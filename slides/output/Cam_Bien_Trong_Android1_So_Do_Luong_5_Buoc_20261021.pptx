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4" r:id="rId11"/>
    <p:sldId id="263" r:id="rId12"/>
    <p:sldId id="268" r:id="rId13"/>
    <p:sldId id="267" r:id="rId14"/>
  </p:sldIdLst>
  <p:sldSz cx="12192000" cy="6858000"/>
  <p:notesSz cx="6858000" cy="9144000"/>
  <p:defaultText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Kính chào thầy và các bạn. Hôm nay nhóm trình bày về cảm biến trong Android: điện thoại thu nhận chuyển động và thông tin môi trường như thế nào, Android đưa dữ liệu đó đến ứng dụng ra sao, và lập trình viên biến các con số thành tính năng hữu ích như xoay màn hình, đếm bước hay điều khiển trò chơi. Trước khi nộp bài, nhóm có thể bổ sung tên thành viên và giảng viên theo yêu cầu của lớp.</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Bài trình bày gồm sáu phần. Đầu tiên là tổng quan và phân loại cảm biến. Tiếp theo nhóm giải thích Android Sensor Framework và cách lập trình. Phần ba làm rõ hệ tọa độ gắn với điện thoại. Phần bốn tập trung vào các cảm biến chuyển động cùng cách lọc và kết hợp dữ liệu. Sau đó nhóm nối dữ liệu cảm biến với ứng dụng thực tế. Cuối cùng là demo Smart Sensor trên điện thoại thật.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Android hỗ trợ một hệ thống cảm biến phong phú, giúp điện thoại hoặc máy tính bảng nhận biết chuyển động, hướng hoặc vị trí tương đối và những điều kiện môi trường xung quanh. Ứng dụng có thể dùng dữ liệu cảm biến để điều khiển trò chơi bằng cử chỉ, hỗ trợ điều hướng, theo dõi vận động và tối ưu trải nghiệm như điều chỉnh độ sáng màn hình. Nhiều cảm biến cung cấp số đo theo thời gian thực, nhưng không phải mọi dữ liệu đều là dữ liệu thô: gravity và rotation vector có thể là kết quả xử lý tổng hợp. Độ chính xác phụ thuộc cảm biến, thiết bị, tốc độ lấy mẫu và điều kiện sử dụng. Không phải máy Android nào cũng trang bị đầy đủ cảm biến.</a:t>
            </a:r>
          </a:p>
          <a:p/>
          <a:p>
            <a:r>
              <a:t>Tài liệu: https://developer.android.com/develop/sensors-and-location/sensors/sensors_overview</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Android chia cảm biến thành ba nhóm chính. Nhóm chuyển động đo lực gia tốc và lực quay theo ba trục X, Y, Z; ví dụ gia tốc kế, con quay hồi chuyển, trọng lực và gia tốc tuyến tính. Nhóm môi trường đo ánh sáng, áp suất, nhiệt độ hoặc độ ẩm. Nhóm vị trí và định hướng liên quan từ trường, proximity và dữ liệu tư thế như rotation vector. Xét nguồn dữ liệu, cảm biến phần cứng là linh kiện vật lý tích hợp trong máy; cảm biến phần mềm hay cảm biến ảo tính toán từ một hoặc nhiều cảm biến phần cứng. Gravity và linear acceleration có thể là cảm biến tổng hợp, nhưng cách triển khai cụ thể tùy thiết bị.</a:t>
            </a:r>
          </a:p>
          <a:p/>
          <a:p>
            <a:r>
              <a:t>Tài liệu: https://developer.android.com/develop/sensors-and-location/sensors/sensors_overview ; https://developer.android.com/develop/sensors-and-location/sensors/sensors_motion ; https://developer.android.com/develop/sensors-and-location/sensors/sensors_environment ; https://developer.android.com/develop/sensors-and-location/sensors/sensors_position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Mô hình này gồm ba lớp. Lớp Sensor Hardware là các thiết bị cảm biến vật lý trong điện thoại. Ở giữa, Android Sensor Framework cung cấp API trong gói android.hardware để ứng dụng tìm cảm biến, đăng ký nhận dữ liệu và quản lý việc lắng nghe. Trên cùng là Applications, nơi dữ liệu được xử lý thành tính năng như game cử chỉ, la bàn hoặc đo độ nghiêng. Bốn thành phần API quan trọng là SensorManager, Sensor, SensorEvent và SensorEventListener. SensorManager lấy dịch vụ SENSOR_SERVICE và quản lý đăng ký; Sensor mô tả một cảm biến và các thuộc tính kỹ thuật; SensorEvent chứa số đo cùng timestamp và accuracy; SensorEventListener nhận hai callback khi số đo hoặc độ chính xác thay đổi. Một số cảm biến tổng hợp được hệ thống tính từ dữ liệu phần cứng và cũng được truy cập qua Framework.</a:t>
            </a:r>
          </a:p>
          <a:p/>
          <a:p>
            <a:r>
              <a:t>Tài liệu: https://developer.android.com/develop/sensors-and-location/sensors/sensors_overview</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Luồng thực thi trong một Activity có năm bước. Thứ nhất, lấy SensorManager bằng getSystemService với SENSOR_SERVICE. Thứ hai, gọi getDefaultSensor cho loại cần dùng và kiểm tra kết quả null, vì một số máy không có cảm biến đó. Thứ ba, khi màn hình hoạt động trở lại, đăng ký SensorEventListener trong onResume với tốc độ lấy mẫu phù hợp như NORMAL, UI hoặc GAME. Thứ tư, onSensorChanged nhận SensorEvent; mảng event.values chứa số đo của loại cảm biến tương ứng. Cuối cùng, khi Activity tạm dừng, hủy listener trong onPause để tránh tiếp tục nhận sự kiện và tiêu thụ pin. Nếu ứng dụng thực sự cần cảm biến khi chạy nền, phải thiết kế vòng đời riêng thay vì áp dụng máy móc ví dụ Activity này. Giữ callback gọn và nhớ rằng tốc độ yêu cầu không bảo đảm một tần số cố định.</a:t>
            </a:r>
          </a:p>
          <a:p/>
          <a:p>
            <a:r>
              <a:t>Tài liệu: https://developer.android.com/develop/sensors-and-location/sensors/sensors_overview</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Các trục X, Y, Z gắn với thiết bị theo hướng tự nhiên: X sang phải, Y lên trên và Z hướng ra ngoài màn hình. Xoay giao diện không làm đổi hệ trục cảm biến. Gia tốc kế trả m/s² và có ảnh hưởng trọng lực. Khi thiết bị nằm yên, màn hình hướng lên, Z thường gần dương 9,81. Khi rơi tự do, độ lớn số đo có thể tiến gần 0. Gyroscope trả tốc độ quay theo radian mỗi giây; nhân với khoảng thời gian giữa hai mẫu để ước lượng góc tăng thêm. Sai số sẽ tích lũy nếu chỉ tích phân gyro lâu dài. Mức tiêu thụ pin phụ thuộc cảm biến và thiết bị nên không gán một tỷ lệ chung.</a:t>
            </a:r>
          </a:p>
          <a:p/>
          <a:p>
            <a:r>
              <a:t>Tài liệu: https://developer.android.com/develop/sensors-and-location/sensors/sensors_motion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Các trục X, Y, Z gắn với thiết bị theo hướng tự nhiên: X sang phải, Y lên trên và Z hướng ra ngoài màn hình. Xoay giao diện không làm đổi hệ trục cảm biến. Gia tốc kế trả m/s² và có ảnh hưởng trọng lực. Khi thiết bị nằm yên, màn hình hướng lên, Z thường gần dương 9,81. Khi rơi tự do, độ lớn số đo có thể tiến gần 0. Gyroscope trả tốc độ quay theo radian mỗi giây; nhân với khoảng thời gian giữa hai mẫu để ước lượng góc tăng thêm. Sai số sẽ tích lũy nếu chỉ tích phân gyro lâu dài. Mức tiêu thụ pin phụ thuộc cảm biến và thiết bị nên không gán một tỷ lệ chung.</a:t>
            </a:r>
          </a:p>
          <a:p/>
          <a:p>
            <a:r>
              <a:t>Tài liệu: https://developer.android.com/develop/sensors-and-location/sensors/sensors_motion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Accelerometer và gyroscope thường dựa trên phần cứng. Gravity, linear acceleration và rotation vector là dữ liệu đã được xử lý, có thể được triển khai bằng phần cứng hoặc tổng hợp từ cảm biến khác tùy thiết bị. Vì vậy không nên xếp cứng tất cả vào cảm biến phần mềm. Rotation vector cho tư thế thiết bị theo biểu diễn véc tơ xoay của Android, thay vì gọi toàn bộ dữ liệu là quaternion. Step counter và detector cũng phụ thuộc hỗ trợ của máy. Nếu ứng dụng dùng chúng trên Android 10 trở lên, cần xem quyền ACTIVITY_RECOGNITION.</a:t>
            </a:r>
          </a:p>
          <a:p/>
          <a:p>
            <a:r>
              <a:t>Tài liệu: https://developer.android.com/develop/sensors-and-location/sensors/sensors_motion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Các số đo chỉ trở thành tính năng sau khi ta chọn đúng loại cảm biến và xử lý dữ liệu. Đo nghiêng có thể dùng gravity hoặc rotation vector. Nhận diện lắc có thể dùng accelerometer: đọc ba thành phần, lọc trọng lực, tính độ lớn gia tốc, so với ngưỡng và thêm khoảng nghỉ để tránh nhận diện lặp. Điều khiển tâm ngắm có thể tích phân tốc độ xoay từ gyroscope theo thời gian, chú ý sai số tích lũy. Ứng dụng AR hoặc VR dùng thông tin tư thế để đặt nội dung theo hướng thiết bị. Đây là các ví dụ ứng dụng thực tế, tách khỏi phần trình diễn app của nhóm.</a:t>
            </a:r>
          </a:p>
          <a:p/>
          <a:p>
            <a:r>
              <a:t>Tài liệu: https://developer.android.com/develop/sensors-and-location/sensors/sensors_overview ; https://developer.android.com/develop/sensors-and-location/sensors/sensors_motion ; https://developer.android.com/develop/sensors-and-location/sensors/sensors_position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Đây là ứng dụng Smart Sensor nhóm đã xây dựng. Ứng dụng có năm màn hình. Cốc bia ảo dùng dữ liệu độ nghiêng để mô phỏng mặt chất lỏng, kèm thao tác rót lại. Màn hình dữ liệu hiển thị ba giá trị gia tốc X, Y, Z và sơ đồ trục. Thước cân bằng đo góc nghiêng và cho đặt mốc 0 độ. Trò chơi lắc xúc xắc dùng gia tốc kế, ngưỡng nhận diện có thể chỉnh bằng thanh trượt. Gyro game dùng vận tốc góc để điều khiển tâm ngắm, có độ nhạy ngang dọc và nút bắn. Máy thiếu cảm biến sẽ hiện trạng thái tương ứng, vì vậy nên demo trên điện thoại có accelerometer và gyroscope. Ảnh bên trái là giao diện cốc bia ảo trong bản chạy thử của dự án.</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
        <p:nvSpPr>
          <p:cNvPr id="3" name="Title"/>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p:txBody>
      </p:sp>
      <p:sp>
        <p:nvSpPr>
          <p:cNvPr id="2" name="Subtitle"/>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p:sp>
        <p:nvSpPr>
          <p:cNvPr id="2" name="Section title"/>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p:sp>
        <p:nvSpPr>
          <p:cNvPr id="3" name="Title"/>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p:txBody>
      </p:sp>
      <p:sp>
        <p:nvSpPr>
          <p:cNvPr id="2" name="Body"/>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p:sp>
        <p:nvSpPr>
          <p:cNvPr id="4" name="Title"/>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p:txBody>
      </p:sp>
      <p:sp>
        <p:nvSpPr>
          <p:cNvPr id="2" name="Left column"/>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p:txBody>
      </p:sp>
      <p:sp>
        <p:nvSpPr>
          <p:cNvPr id="3" name="Right column"/>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p:sp>
        <p:nvSpPr>
          <p:cNvPr id="3" name="Title"/>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p:txBody>
      </p:sp>
      <p:sp>
        <p:nvSpPr>
          <p:cNvPr id="2" name="Left column"/>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6.xml"/><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6.xml"/><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7" name="Rectangle 6"/>
          <p:cNvSpPr>
            <a:spLocks noGrp="1"/>
          </p:cNvSpPr>
          <p:nvPr/>
        </p:nvSpPr>
        <p:spPr>
          <a:xfrm>
            <a:off x="857250" y="952500"/>
            <a:ext cx="10477500" cy="428625"/>
          </a:xfrm>
          <a:prstGeom prst="rect">
            <a:avLst/>
          </a:prstGeom>
          <a:noFill/>
          <a:ln w="0">
            <a:noFill/>
            <a:prstDash val="solid"/>
          </a:ln>
        </p:spPr>
        <p:txBody>
          <a:bodyPr anchor="ctr"/>
          <a:lstStyle>
            <a:defPPr algn="ctr">
              <a:defRPr sz="1800" b="0">
                <a:solidFill>
                  <a:srgbClr val="111111"/>
                </a:solidFill>
                <a:latin typeface="Arial" panose="020B0604020202020204"/>
                <a:ea typeface="Arial" panose="020B0604020202020204"/>
                <a:cs typeface="Arial" panose="020B0604020202020204"/>
              </a:defRPr>
            </a:defPPr>
            <a:lvl1pPr algn="ctr">
              <a:buNone/>
              <a:defRPr sz="1800" b="0">
                <a:solidFill>
                  <a:srgbClr val="111111"/>
                </a:solidFill>
                <a:latin typeface="Arial" panose="020B0604020202020204"/>
                <a:ea typeface="Arial" panose="020B0604020202020204"/>
                <a:cs typeface="Arial" panose="020B0604020202020204"/>
              </a:defRPr>
            </a:lvl1pPr>
            <a:lvl2pPr algn="ctr">
              <a:buNone/>
              <a:defRPr sz="1800" b="0">
                <a:solidFill>
                  <a:srgbClr val="111111"/>
                </a:solidFill>
                <a:latin typeface="Arial" panose="020B0604020202020204"/>
                <a:ea typeface="Arial" panose="020B0604020202020204"/>
                <a:cs typeface="Arial" panose="020B0604020202020204"/>
              </a:defRPr>
            </a:lvl2pPr>
            <a:lvl3pPr algn="ctr">
              <a:buNone/>
              <a:defRPr sz="1800" b="0">
                <a:solidFill>
                  <a:srgbClr val="111111"/>
                </a:solidFill>
                <a:latin typeface="Arial" panose="020B0604020202020204"/>
                <a:ea typeface="Arial" panose="020B0604020202020204"/>
                <a:cs typeface="Arial" panose="020B0604020202020204"/>
              </a:defRPr>
            </a:lvl3pPr>
            <a:lvl4pPr algn="ctr">
              <a:buNone/>
              <a:defRPr sz="1800" b="0">
                <a:solidFill>
                  <a:srgbClr val="111111"/>
                </a:solidFill>
                <a:latin typeface="Arial" panose="020B0604020202020204"/>
                <a:ea typeface="Arial" panose="020B0604020202020204"/>
                <a:cs typeface="Arial" panose="020B0604020202020204"/>
              </a:defRPr>
            </a:lvl4pPr>
            <a:lvl5pPr algn="ctr">
              <a:buNone/>
              <a:defRPr sz="1800" b="0">
                <a:solidFill>
                  <a:srgbClr val="111111"/>
                </a:solidFill>
                <a:latin typeface="Arial" panose="020B0604020202020204"/>
                <a:ea typeface="Arial" panose="020B0604020202020204"/>
                <a:cs typeface="Arial" panose="020B0604020202020204"/>
              </a:defRPr>
            </a:lvl5pPr>
            <a:lvl6pPr algn="ctr">
              <a:buNone/>
              <a:defRPr sz="1800" b="0">
                <a:solidFill>
                  <a:srgbClr val="111111"/>
                </a:solidFill>
                <a:latin typeface="Arial" panose="020B0604020202020204"/>
                <a:ea typeface="Arial" panose="020B0604020202020204"/>
                <a:cs typeface="Arial" panose="020B0604020202020204"/>
              </a:defRPr>
            </a:lvl6pPr>
            <a:lvl7pPr algn="ctr">
              <a:buNone/>
              <a:defRPr sz="1800" b="0">
                <a:solidFill>
                  <a:srgbClr val="111111"/>
                </a:solidFill>
                <a:latin typeface="Arial" panose="020B0604020202020204"/>
                <a:ea typeface="Arial" panose="020B0604020202020204"/>
                <a:cs typeface="Arial" panose="020B0604020202020204"/>
              </a:defRPr>
            </a:lvl7pPr>
            <a:lvl8pPr algn="ctr">
              <a:buNone/>
              <a:defRPr sz="1800" b="0">
                <a:solidFill>
                  <a:srgbClr val="111111"/>
                </a:solidFill>
                <a:latin typeface="Arial" panose="020B0604020202020204"/>
                <a:ea typeface="Arial" panose="020B0604020202020204"/>
                <a:cs typeface="Arial" panose="020B0604020202020204"/>
              </a:defRPr>
            </a:lvl8pPr>
            <a:lvl9pPr algn="ctr">
              <a:buNone/>
              <a:defRPr sz="1800" b="0">
                <a:solidFill>
                  <a:srgbClr val="111111"/>
                </a:solidFill>
                <a:latin typeface="Arial" panose="020B0604020202020204"/>
                <a:ea typeface="Arial" panose="020B0604020202020204"/>
                <a:cs typeface="Arial" panose="020B0604020202020204"/>
              </a:defRPr>
            </a:lvl9pPr>
          </a:lstStyle>
          <a:p>
            <a:pPr algn="ctr">
              <a:buNone/>
              <a:defRPr sz="1800" b="0">
                <a:solidFill>
                  <a:srgbClr val="111111"/>
                </a:solidFill>
                <a:latin typeface="Arial" panose="020B0604020202020204"/>
                <a:ea typeface="Arial" panose="020B0604020202020204"/>
                <a:cs typeface="Arial" panose="020B0604020202020204"/>
              </a:defRPr>
            </a:pPr>
            <a:r>
              <a:rPr sz="1800" b="0">
                <a:solidFill>
                  <a:srgbClr val="111111"/>
                </a:solidFill>
                <a:latin typeface="Arial" panose="020B0604020202020204"/>
                <a:ea typeface="Arial" panose="020B0604020202020204"/>
                <a:cs typeface="Arial" panose="020B0604020202020204"/>
              </a:rPr>
              <a:t>PHÁT TRIỂN ỨNG DỤNG DI ĐỘNG</a:t>
            </a:r>
            <a:endParaRPr sz="1800" b="0">
              <a:solidFill>
                <a:srgbClr val="111111"/>
              </a:solidFill>
              <a:latin typeface="Arial" panose="020B0604020202020204"/>
              <a:ea typeface="Arial" panose="020B0604020202020204"/>
              <a:cs typeface="Arial" panose="020B0604020202020204"/>
            </a:endParaRPr>
          </a:p>
        </p:txBody>
      </p:sp>
      <p:sp>
        <p:nvSpPr>
          <p:cNvPr id="2" name="Rectangle 1"/>
          <p:cNvSpPr>
            <a:spLocks noGrp="1"/>
          </p:cNvSpPr>
          <p:nvPr/>
        </p:nvSpPr>
        <p:spPr>
          <a:xfrm>
            <a:off x="838200" y="2095500"/>
            <a:ext cx="10515600" cy="695325"/>
          </a:xfrm>
          <a:prstGeom prst="rect">
            <a:avLst/>
          </a:prstGeom>
          <a:noFill/>
          <a:ln w="0">
            <a:noFill/>
            <a:prstDash val="solid"/>
          </a:ln>
        </p:spPr>
        <p:txBody>
          <a:bodyPr anchor="ctr"/>
          <a:lstStyle>
            <a:defPPr algn="ctr">
              <a:defRPr sz="3375" b="1">
                <a:solidFill>
                  <a:srgbClr val="F20D0D"/>
                </a:solidFill>
                <a:latin typeface="Arial" panose="020B0604020202020204"/>
                <a:ea typeface="Arial" panose="020B0604020202020204"/>
                <a:cs typeface="Arial" panose="020B0604020202020204"/>
              </a:defRPr>
            </a:defPPr>
            <a:lvl1pPr algn="ctr">
              <a:buNone/>
              <a:defRPr sz="3375" b="1">
                <a:solidFill>
                  <a:srgbClr val="F20D0D"/>
                </a:solidFill>
                <a:latin typeface="Arial" panose="020B0604020202020204"/>
                <a:ea typeface="Arial" panose="020B0604020202020204"/>
                <a:cs typeface="Arial" panose="020B0604020202020204"/>
              </a:defRPr>
            </a:lvl1pPr>
            <a:lvl2pPr algn="ctr">
              <a:buNone/>
              <a:defRPr sz="3375" b="1">
                <a:solidFill>
                  <a:srgbClr val="F20D0D"/>
                </a:solidFill>
                <a:latin typeface="Arial" panose="020B0604020202020204"/>
                <a:ea typeface="Arial" panose="020B0604020202020204"/>
                <a:cs typeface="Arial" panose="020B0604020202020204"/>
              </a:defRPr>
            </a:lvl2pPr>
            <a:lvl3pPr algn="ctr">
              <a:buNone/>
              <a:defRPr sz="3375" b="1">
                <a:solidFill>
                  <a:srgbClr val="F20D0D"/>
                </a:solidFill>
                <a:latin typeface="Arial" panose="020B0604020202020204"/>
                <a:ea typeface="Arial" panose="020B0604020202020204"/>
                <a:cs typeface="Arial" panose="020B0604020202020204"/>
              </a:defRPr>
            </a:lvl3pPr>
            <a:lvl4pPr algn="ctr">
              <a:buNone/>
              <a:defRPr sz="3375" b="1">
                <a:solidFill>
                  <a:srgbClr val="F20D0D"/>
                </a:solidFill>
                <a:latin typeface="Arial" panose="020B0604020202020204"/>
                <a:ea typeface="Arial" panose="020B0604020202020204"/>
                <a:cs typeface="Arial" panose="020B0604020202020204"/>
              </a:defRPr>
            </a:lvl4pPr>
            <a:lvl5pPr algn="ctr">
              <a:buNone/>
              <a:defRPr sz="3375" b="1">
                <a:solidFill>
                  <a:srgbClr val="F20D0D"/>
                </a:solidFill>
                <a:latin typeface="Arial" panose="020B0604020202020204"/>
                <a:ea typeface="Arial" panose="020B0604020202020204"/>
                <a:cs typeface="Arial" panose="020B0604020202020204"/>
              </a:defRPr>
            </a:lvl5pPr>
            <a:lvl6pPr algn="ctr">
              <a:buNone/>
              <a:defRPr sz="3375" b="1">
                <a:solidFill>
                  <a:srgbClr val="F20D0D"/>
                </a:solidFill>
                <a:latin typeface="Arial" panose="020B0604020202020204"/>
                <a:ea typeface="Arial" panose="020B0604020202020204"/>
                <a:cs typeface="Arial" panose="020B0604020202020204"/>
              </a:defRPr>
            </a:lvl6pPr>
            <a:lvl7pPr algn="ctr">
              <a:buNone/>
              <a:defRPr sz="3375" b="1">
                <a:solidFill>
                  <a:srgbClr val="F20D0D"/>
                </a:solidFill>
                <a:latin typeface="Arial" panose="020B0604020202020204"/>
                <a:ea typeface="Arial" panose="020B0604020202020204"/>
                <a:cs typeface="Arial" panose="020B0604020202020204"/>
              </a:defRPr>
            </a:lvl7pPr>
            <a:lvl8pPr algn="ctr">
              <a:buNone/>
              <a:defRPr sz="3375" b="1">
                <a:solidFill>
                  <a:srgbClr val="F20D0D"/>
                </a:solidFill>
                <a:latin typeface="Arial" panose="020B0604020202020204"/>
                <a:ea typeface="Arial" panose="020B0604020202020204"/>
                <a:cs typeface="Arial" panose="020B0604020202020204"/>
              </a:defRPr>
            </a:lvl8pPr>
            <a:lvl9pPr algn="ctr">
              <a:buNone/>
              <a:defRPr sz="3375" b="1">
                <a:solidFill>
                  <a:srgbClr val="F20D0D"/>
                </a:solidFill>
                <a:latin typeface="Arial" panose="020B0604020202020204"/>
                <a:ea typeface="Arial" panose="020B0604020202020204"/>
                <a:cs typeface="Arial" panose="020B0604020202020204"/>
              </a:defRPr>
            </a:lvl9pPr>
          </a:lstStyle>
          <a:p>
            <a:pPr algn="ctr">
              <a:buNone/>
              <a:defRPr sz="3375" b="1">
                <a:solidFill>
                  <a:srgbClr val="F20D0D"/>
                </a:solidFill>
                <a:latin typeface="Arial" panose="020B0604020202020204"/>
                <a:ea typeface="Arial" panose="020B0604020202020204"/>
                <a:cs typeface="Arial" panose="020B0604020202020204"/>
              </a:defRPr>
            </a:pPr>
            <a:r>
              <a:rPr sz="3375" b="1">
                <a:solidFill>
                  <a:srgbClr val="F20D0D"/>
                </a:solidFill>
                <a:latin typeface="Arial" panose="020B0604020202020204"/>
                <a:ea typeface="Arial" panose="020B0604020202020204"/>
                <a:cs typeface="Arial" panose="020B0604020202020204"/>
              </a:rPr>
              <a:t>CẢM BIẾN TRONG ANDROID</a:t>
            </a:r>
            <a:endParaRPr sz="3375" b="1">
              <a:solidFill>
                <a:srgbClr val="F20D0D"/>
              </a:solidFill>
              <a:latin typeface="Arial" panose="020B0604020202020204"/>
              <a:ea typeface="Arial" panose="020B0604020202020204"/>
              <a:cs typeface="Arial" panose="020B0604020202020204"/>
            </a:endParaRPr>
          </a:p>
        </p:txBody>
      </p:sp>
      <p:sp>
        <p:nvSpPr>
          <p:cNvPr id="3" name="Rectangle 2"/>
          <p:cNvSpPr>
            <a:spLocks noGrp="1"/>
          </p:cNvSpPr>
          <p:nvPr/>
        </p:nvSpPr>
        <p:spPr>
          <a:xfrm>
            <a:off x="952500" y="3133725"/>
            <a:ext cx="10287000" cy="647700"/>
          </a:xfrm>
          <a:prstGeom prst="rect">
            <a:avLst/>
          </a:prstGeom>
          <a:noFill/>
          <a:ln w="0">
            <a:noFill/>
            <a:prstDash val="solid"/>
          </a:ln>
        </p:spPr>
        <p:txBody>
          <a:bodyPr anchor="ctr"/>
          <a:lstStyle>
            <a:defPPr algn="ctr">
              <a:defRPr sz="1950" b="0">
                <a:solidFill>
                  <a:srgbClr val="111111"/>
                </a:solidFill>
                <a:latin typeface="Arial" panose="020B0604020202020204"/>
                <a:ea typeface="Arial" panose="020B0604020202020204"/>
                <a:cs typeface="Arial" panose="020B0604020202020204"/>
              </a:defRPr>
            </a:defPPr>
            <a:lvl1pPr algn="ctr">
              <a:buNone/>
              <a:defRPr sz="1950" b="0">
                <a:solidFill>
                  <a:srgbClr val="111111"/>
                </a:solidFill>
                <a:latin typeface="Arial" panose="020B0604020202020204"/>
                <a:ea typeface="Arial" panose="020B0604020202020204"/>
                <a:cs typeface="Arial" panose="020B0604020202020204"/>
              </a:defRPr>
            </a:lvl1pPr>
            <a:lvl2pPr algn="ctr">
              <a:buNone/>
              <a:defRPr sz="1950" b="0">
                <a:solidFill>
                  <a:srgbClr val="111111"/>
                </a:solidFill>
                <a:latin typeface="Arial" panose="020B0604020202020204"/>
                <a:ea typeface="Arial" panose="020B0604020202020204"/>
                <a:cs typeface="Arial" panose="020B0604020202020204"/>
              </a:defRPr>
            </a:lvl2pPr>
            <a:lvl3pPr algn="ctr">
              <a:buNone/>
              <a:defRPr sz="1950" b="0">
                <a:solidFill>
                  <a:srgbClr val="111111"/>
                </a:solidFill>
                <a:latin typeface="Arial" panose="020B0604020202020204"/>
                <a:ea typeface="Arial" panose="020B0604020202020204"/>
                <a:cs typeface="Arial" panose="020B0604020202020204"/>
              </a:defRPr>
            </a:lvl3pPr>
            <a:lvl4pPr algn="ctr">
              <a:buNone/>
              <a:defRPr sz="1950" b="0">
                <a:solidFill>
                  <a:srgbClr val="111111"/>
                </a:solidFill>
                <a:latin typeface="Arial" panose="020B0604020202020204"/>
                <a:ea typeface="Arial" panose="020B0604020202020204"/>
                <a:cs typeface="Arial" panose="020B0604020202020204"/>
              </a:defRPr>
            </a:lvl4pPr>
            <a:lvl5pPr algn="ctr">
              <a:buNone/>
              <a:defRPr sz="1950" b="0">
                <a:solidFill>
                  <a:srgbClr val="111111"/>
                </a:solidFill>
                <a:latin typeface="Arial" panose="020B0604020202020204"/>
                <a:ea typeface="Arial" panose="020B0604020202020204"/>
                <a:cs typeface="Arial" panose="020B0604020202020204"/>
              </a:defRPr>
            </a:lvl5pPr>
            <a:lvl6pPr algn="ctr">
              <a:buNone/>
              <a:defRPr sz="1950" b="0">
                <a:solidFill>
                  <a:srgbClr val="111111"/>
                </a:solidFill>
                <a:latin typeface="Arial" panose="020B0604020202020204"/>
                <a:ea typeface="Arial" panose="020B0604020202020204"/>
                <a:cs typeface="Arial" panose="020B0604020202020204"/>
              </a:defRPr>
            </a:lvl6pPr>
            <a:lvl7pPr algn="ctr">
              <a:buNone/>
              <a:defRPr sz="1950" b="0">
                <a:solidFill>
                  <a:srgbClr val="111111"/>
                </a:solidFill>
                <a:latin typeface="Arial" panose="020B0604020202020204"/>
                <a:ea typeface="Arial" panose="020B0604020202020204"/>
                <a:cs typeface="Arial" panose="020B0604020202020204"/>
              </a:defRPr>
            </a:lvl7pPr>
            <a:lvl8pPr algn="ctr">
              <a:buNone/>
              <a:defRPr sz="1950" b="0">
                <a:solidFill>
                  <a:srgbClr val="111111"/>
                </a:solidFill>
                <a:latin typeface="Arial" panose="020B0604020202020204"/>
                <a:ea typeface="Arial" panose="020B0604020202020204"/>
                <a:cs typeface="Arial" panose="020B0604020202020204"/>
              </a:defRPr>
            </a:lvl8pPr>
            <a:lvl9pPr algn="ctr">
              <a:buNone/>
              <a:defRPr sz="1950" b="0">
                <a:solidFill>
                  <a:srgbClr val="111111"/>
                </a:solidFill>
                <a:latin typeface="Arial" panose="020B0604020202020204"/>
                <a:ea typeface="Arial" panose="020B0604020202020204"/>
                <a:cs typeface="Arial" panose="020B0604020202020204"/>
              </a:defRPr>
            </a:lvl9pPr>
          </a:lstStyle>
          <a:p>
            <a:pPr algn="ctr">
              <a:buNone/>
              <a:defRPr sz="1950" b="0">
                <a:solidFill>
                  <a:srgbClr val="111111"/>
                </a:solidFill>
                <a:latin typeface="Arial" panose="020B0604020202020204"/>
                <a:ea typeface="Arial" panose="020B0604020202020204"/>
                <a:cs typeface="Arial" panose="020B0604020202020204"/>
              </a:defRPr>
            </a:pPr>
            <a:r>
              <a:rPr sz="1950" b="0">
                <a:solidFill>
                  <a:srgbClr val="111111"/>
                </a:solidFill>
                <a:latin typeface="Arial" panose="020B0604020202020204"/>
                <a:ea typeface="Arial" panose="020B0604020202020204"/>
                <a:cs typeface="Arial" panose="020B0604020202020204"/>
              </a:rPr>
              <a:t>Android Sensors và ứng dụng trong phát triển di động</a:t>
            </a:r>
            <a:endParaRPr sz="1950" b="0">
              <a:solidFill>
                <a:srgbClr val="111111"/>
              </a:solidFill>
              <a:latin typeface="Arial" panose="020B0604020202020204"/>
              <a:ea typeface="Arial" panose="020B0604020202020204"/>
              <a:cs typeface="Arial" panose="020B0604020202020204"/>
            </a:endParaRPr>
          </a:p>
        </p:txBody>
      </p:sp>
      <p:sp>
        <p:nvSpPr>
          <p:cNvPr id="4" name="Rectangle 3"/>
          <p:cNvSpPr>
            <a:spLocks noGrp="1"/>
          </p:cNvSpPr>
          <p:nvPr/>
        </p:nvSpPr>
        <p:spPr>
          <a:xfrm>
            <a:off x="819150" y="4829175"/>
            <a:ext cx="10553700" cy="428625"/>
          </a:xfrm>
          <a:prstGeom prst="rect">
            <a:avLst/>
          </a:prstGeom>
          <a:noFill/>
          <a:ln w="0">
            <a:noFill/>
            <a:prstDash val="solid"/>
          </a:ln>
        </p:spPr>
        <p:txBody>
          <a:bodyPr anchor="ctr"/>
          <a:lstStyle>
            <a:defPPr algn="ctr">
              <a:defRPr sz="1650" b="1">
                <a:solidFill>
                  <a:srgbClr val="111111"/>
                </a:solidFill>
                <a:latin typeface="Arial" panose="020B0604020202020204"/>
                <a:ea typeface="Arial" panose="020B0604020202020204"/>
                <a:cs typeface="Arial" panose="020B0604020202020204"/>
              </a:defRPr>
            </a:defPPr>
            <a:lvl1pPr algn="ctr">
              <a:buNone/>
              <a:defRPr sz="1650" b="1">
                <a:solidFill>
                  <a:srgbClr val="111111"/>
                </a:solidFill>
                <a:latin typeface="Arial" panose="020B0604020202020204"/>
                <a:ea typeface="Arial" panose="020B0604020202020204"/>
                <a:cs typeface="Arial" panose="020B0604020202020204"/>
              </a:defRPr>
            </a:lvl1pPr>
            <a:lvl2pPr algn="ctr">
              <a:buNone/>
              <a:defRPr sz="1650" b="1">
                <a:solidFill>
                  <a:srgbClr val="111111"/>
                </a:solidFill>
                <a:latin typeface="Arial" panose="020B0604020202020204"/>
                <a:ea typeface="Arial" panose="020B0604020202020204"/>
                <a:cs typeface="Arial" panose="020B0604020202020204"/>
              </a:defRPr>
            </a:lvl2pPr>
            <a:lvl3pPr algn="ctr">
              <a:buNone/>
              <a:defRPr sz="1650" b="1">
                <a:solidFill>
                  <a:srgbClr val="111111"/>
                </a:solidFill>
                <a:latin typeface="Arial" panose="020B0604020202020204"/>
                <a:ea typeface="Arial" panose="020B0604020202020204"/>
                <a:cs typeface="Arial" panose="020B0604020202020204"/>
              </a:defRPr>
            </a:lvl3pPr>
            <a:lvl4pPr algn="ctr">
              <a:buNone/>
              <a:defRPr sz="1650" b="1">
                <a:solidFill>
                  <a:srgbClr val="111111"/>
                </a:solidFill>
                <a:latin typeface="Arial" panose="020B0604020202020204"/>
                <a:ea typeface="Arial" panose="020B0604020202020204"/>
                <a:cs typeface="Arial" panose="020B0604020202020204"/>
              </a:defRPr>
            </a:lvl4pPr>
            <a:lvl5pPr algn="ctr">
              <a:buNone/>
              <a:defRPr sz="1650" b="1">
                <a:solidFill>
                  <a:srgbClr val="111111"/>
                </a:solidFill>
                <a:latin typeface="Arial" panose="020B0604020202020204"/>
                <a:ea typeface="Arial" panose="020B0604020202020204"/>
                <a:cs typeface="Arial" panose="020B0604020202020204"/>
              </a:defRPr>
            </a:lvl5pPr>
            <a:lvl6pPr algn="ctr">
              <a:buNone/>
              <a:defRPr sz="1650" b="1">
                <a:solidFill>
                  <a:srgbClr val="111111"/>
                </a:solidFill>
                <a:latin typeface="Arial" panose="020B0604020202020204"/>
                <a:ea typeface="Arial" panose="020B0604020202020204"/>
                <a:cs typeface="Arial" panose="020B0604020202020204"/>
              </a:defRPr>
            </a:lvl6pPr>
            <a:lvl7pPr algn="ctr">
              <a:buNone/>
              <a:defRPr sz="1650" b="1">
                <a:solidFill>
                  <a:srgbClr val="111111"/>
                </a:solidFill>
                <a:latin typeface="Arial" panose="020B0604020202020204"/>
                <a:ea typeface="Arial" panose="020B0604020202020204"/>
                <a:cs typeface="Arial" panose="020B0604020202020204"/>
              </a:defRPr>
            </a:lvl7pPr>
            <a:lvl8pPr algn="ctr">
              <a:buNone/>
              <a:defRPr sz="1650" b="1">
                <a:solidFill>
                  <a:srgbClr val="111111"/>
                </a:solidFill>
                <a:latin typeface="Arial" panose="020B0604020202020204"/>
                <a:ea typeface="Arial" panose="020B0604020202020204"/>
                <a:cs typeface="Arial" panose="020B0604020202020204"/>
              </a:defRPr>
            </a:lvl8pPr>
            <a:lvl9pPr algn="ctr">
              <a:buNone/>
              <a:defRPr sz="1650" b="1">
                <a:solidFill>
                  <a:srgbClr val="111111"/>
                </a:solidFill>
                <a:latin typeface="Arial" panose="020B0604020202020204"/>
                <a:ea typeface="Arial" panose="020B0604020202020204"/>
                <a:cs typeface="Arial" panose="020B0604020202020204"/>
              </a:defRPr>
            </a:lvl9pPr>
          </a:lstStyle>
          <a:p>
            <a:pPr algn="ctr">
              <a:buNone/>
              <a:defRPr sz="1650" b="1">
                <a:solidFill>
                  <a:srgbClr val="111111"/>
                </a:solidFill>
                <a:latin typeface="Arial" panose="020B0604020202020204"/>
                <a:ea typeface="Arial" panose="020B0604020202020204"/>
                <a:cs typeface="Arial" panose="020B0604020202020204"/>
              </a:defRPr>
            </a:pPr>
            <a:r>
              <a:rPr sz="1650" b="1">
                <a:solidFill>
                  <a:srgbClr val="111111"/>
                </a:solidFill>
                <a:latin typeface="Arial" panose="020B0604020202020204"/>
                <a:ea typeface="Arial" panose="020B0604020202020204"/>
                <a:cs typeface="Arial" panose="020B0604020202020204"/>
              </a:rPr>
              <a:t>BÁO CÁO GIỮA KỲ</a:t>
            </a:r>
            <a:endParaRPr sz="1650" b="1">
              <a:solidFill>
                <a:srgbClr val="111111"/>
              </a:solidFill>
              <a:latin typeface="Arial" panose="020B0604020202020204"/>
              <a:ea typeface="Arial" panose="020B0604020202020204"/>
              <a:cs typeface="Arial" panose="020B0604020202020204"/>
            </a:endParaRPr>
          </a:p>
        </p:txBody>
      </p:sp>
      <p:sp>
        <p:nvSpPr>
          <p:cNvPr id="5" name="Rectangle 4"/>
          <p:cNvSpPr>
            <a:spLocks noGrp="1"/>
          </p:cNvSpPr>
          <p:nvPr/>
        </p:nvSpPr>
        <p:spPr>
          <a:xfrm>
            <a:off x="819150" y="5314950"/>
            <a:ext cx="10553700" cy="409575"/>
          </a:xfrm>
          <a:prstGeom prst="rect">
            <a:avLst/>
          </a:prstGeom>
          <a:noFill/>
          <a:ln w="0">
            <a:noFill/>
            <a:prstDash val="solid"/>
          </a:ln>
        </p:spPr>
        <p:txBody>
          <a:bodyPr anchor="ctr"/>
          <a:lstStyle>
            <a:defPPr algn="ctr">
              <a:defRPr sz="1650" b="0">
                <a:solidFill>
                  <a:srgbClr val="4D4D4D"/>
                </a:solidFill>
                <a:latin typeface="Arial" panose="020B0604020202020204"/>
                <a:ea typeface="Arial" panose="020B0604020202020204"/>
                <a:cs typeface="Arial" panose="020B0604020202020204"/>
              </a:defRPr>
            </a:defPPr>
            <a:lvl1pPr algn="ctr">
              <a:buNone/>
              <a:defRPr sz="1650" b="0">
                <a:solidFill>
                  <a:srgbClr val="4D4D4D"/>
                </a:solidFill>
                <a:latin typeface="Arial" panose="020B0604020202020204"/>
                <a:ea typeface="Arial" panose="020B0604020202020204"/>
                <a:cs typeface="Arial" panose="020B0604020202020204"/>
              </a:defRPr>
            </a:lvl1pPr>
            <a:lvl2pPr algn="ctr">
              <a:buNone/>
              <a:defRPr sz="1650" b="0">
                <a:solidFill>
                  <a:srgbClr val="4D4D4D"/>
                </a:solidFill>
                <a:latin typeface="Arial" panose="020B0604020202020204"/>
                <a:ea typeface="Arial" panose="020B0604020202020204"/>
                <a:cs typeface="Arial" panose="020B0604020202020204"/>
              </a:defRPr>
            </a:lvl2pPr>
            <a:lvl3pPr algn="ctr">
              <a:buNone/>
              <a:defRPr sz="1650" b="0">
                <a:solidFill>
                  <a:srgbClr val="4D4D4D"/>
                </a:solidFill>
                <a:latin typeface="Arial" panose="020B0604020202020204"/>
                <a:ea typeface="Arial" panose="020B0604020202020204"/>
                <a:cs typeface="Arial" panose="020B0604020202020204"/>
              </a:defRPr>
            </a:lvl3pPr>
            <a:lvl4pPr algn="ctr">
              <a:buNone/>
              <a:defRPr sz="1650" b="0">
                <a:solidFill>
                  <a:srgbClr val="4D4D4D"/>
                </a:solidFill>
                <a:latin typeface="Arial" panose="020B0604020202020204"/>
                <a:ea typeface="Arial" panose="020B0604020202020204"/>
                <a:cs typeface="Arial" panose="020B0604020202020204"/>
              </a:defRPr>
            </a:lvl4pPr>
            <a:lvl5pPr algn="ctr">
              <a:buNone/>
              <a:defRPr sz="1650" b="0">
                <a:solidFill>
                  <a:srgbClr val="4D4D4D"/>
                </a:solidFill>
                <a:latin typeface="Arial" panose="020B0604020202020204"/>
                <a:ea typeface="Arial" panose="020B0604020202020204"/>
                <a:cs typeface="Arial" panose="020B0604020202020204"/>
              </a:defRPr>
            </a:lvl5pPr>
            <a:lvl6pPr algn="ctr">
              <a:buNone/>
              <a:defRPr sz="1650" b="0">
                <a:solidFill>
                  <a:srgbClr val="4D4D4D"/>
                </a:solidFill>
                <a:latin typeface="Arial" panose="020B0604020202020204"/>
                <a:ea typeface="Arial" panose="020B0604020202020204"/>
                <a:cs typeface="Arial" panose="020B0604020202020204"/>
              </a:defRPr>
            </a:lvl6pPr>
            <a:lvl7pPr algn="ctr">
              <a:buNone/>
              <a:defRPr sz="1650" b="0">
                <a:solidFill>
                  <a:srgbClr val="4D4D4D"/>
                </a:solidFill>
                <a:latin typeface="Arial" panose="020B0604020202020204"/>
                <a:ea typeface="Arial" panose="020B0604020202020204"/>
                <a:cs typeface="Arial" panose="020B0604020202020204"/>
              </a:defRPr>
            </a:lvl7pPr>
            <a:lvl8pPr algn="ctr">
              <a:buNone/>
              <a:defRPr sz="1650" b="0">
                <a:solidFill>
                  <a:srgbClr val="4D4D4D"/>
                </a:solidFill>
                <a:latin typeface="Arial" panose="020B0604020202020204"/>
                <a:ea typeface="Arial" panose="020B0604020202020204"/>
                <a:cs typeface="Arial" panose="020B0604020202020204"/>
              </a:defRPr>
            </a:lvl8pPr>
            <a:lvl9pPr algn="ctr">
              <a:buNone/>
              <a:defRPr sz="1650" b="0">
                <a:solidFill>
                  <a:srgbClr val="4D4D4D"/>
                </a:solidFill>
                <a:latin typeface="Arial" panose="020B0604020202020204"/>
                <a:ea typeface="Arial" panose="020B0604020202020204"/>
                <a:cs typeface="Arial" panose="020B0604020202020204"/>
              </a:defRPr>
            </a:lvl9pPr>
          </a:lstStyle>
          <a:p>
            <a:pPr algn="ctr">
              <a:buNone/>
              <a:defRPr sz="1650" b="0">
                <a:solidFill>
                  <a:srgbClr val="4D4D4D"/>
                </a:solidFill>
                <a:latin typeface="Arial" panose="020B0604020202020204"/>
                <a:ea typeface="Arial" panose="020B0604020202020204"/>
                <a:cs typeface="Arial" panose="020B0604020202020204"/>
              </a:defRPr>
            </a:pPr>
            <a:r>
              <a:rPr sz="1650" b="0">
                <a:solidFill>
                  <a:srgbClr val="4D4D4D"/>
                </a:solidFill>
                <a:latin typeface="Arial" panose="020B0604020202020204"/>
                <a:ea typeface="Arial" panose="020B0604020202020204"/>
                <a:cs typeface="Arial" panose="020B0604020202020204"/>
              </a:rPr>
              <a:t>Trọng tâm: cảm biến chuyển động</a:t>
            </a:r>
            <a:endParaRPr sz="1650" b="0">
              <a:solidFill>
                <a:srgbClr val="4D4D4D"/>
              </a:solidFill>
              <a:latin typeface="Arial" panose="020B0604020202020204"/>
              <a:ea typeface="Arial" panose="020B0604020202020204"/>
              <a:cs typeface="Arial" panose="020B0604020202020204"/>
            </a:endParaRPr>
          </a:p>
        </p:txBody>
      </p:sp>
      <p:sp>
        <p:nvSpPr>
          <p:cNvPr id="6" name="Rectangle 5"/>
          <p:cNvSpPr>
            <a:spLocks noGrp="1"/>
          </p:cNvSpPr>
          <p:nvPr/>
        </p:nvSpPr>
        <p:spPr>
          <a:xfrm>
            <a:off x="0" y="6705600"/>
            <a:ext cx="12192000" cy="152400"/>
          </a:xfrm>
          <a:prstGeom prst="rect">
            <a:avLst/>
          </a:prstGeom>
          <a:solidFill>
            <a:srgbClr val="4E8DF6"/>
          </a:solidFill>
          <a:ln w="9525">
            <a:solidFill>
              <a:srgbClr val="4E8DF6"/>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7" name="Rectangle 26"/>
          <p:cNvSpPr>
            <a:spLocks noGrp="1"/>
          </p:cNvSpPr>
          <p:nvPr/>
        </p:nvSpPr>
        <p:spPr>
          <a:xfrm>
            <a:off x="342900" y="152400"/>
            <a:ext cx="11401425" cy="466725"/>
          </a:xfrm>
          <a:prstGeom prst="rect">
            <a:avLst/>
          </a:prstGeom>
          <a:noFill/>
          <a:ln w="0">
            <a:noFill/>
            <a:prstDash val="solid"/>
          </a:ln>
        </p:spPr>
        <p:txBody>
          <a:bodyPr anchor="ctr"/>
          <a:lstStyle>
            <a:defPPr algn="l">
              <a:defRPr sz="2175" b="1">
                <a:solidFill>
                  <a:srgbClr val="111111"/>
                </a:solidFill>
                <a:latin typeface="Arial" panose="020B0604020202020204"/>
                <a:ea typeface="Arial" panose="020B0604020202020204"/>
                <a:cs typeface="Arial" panose="020B0604020202020204"/>
              </a:defRPr>
            </a:defPPr>
            <a:lvl1pPr algn="l">
              <a:buNone/>
              <a:defRPr sz="2175" b="1">
                <a:solidFill>
                  <a:srgbClr val="111111"/>
                </a:solidFill>
                <a:latin typeface="Arial" panose="020B0604020202020204"/>
                <a:ea typeface="Arial" panose="020B0604020202020204"/>
                <a:cs typeface="Arial" panose="020B0604020202020204"/>
              </a:defRPr>
            </a:lvl1pPr>
            <a:lvl2pPr algn="l">
              <a:buNone/>
              <a:defRPr sz="2175" b="1">
                <a:solidFill>
                  <a:srgbClr val="111111"/>
                </a:solidFill>
                <a:latin typeface="Arial" panose="020B0604020202020204"/>
                <a:ea typeface="Arial" panose="020B0604020202020204"/>
                <a:cs typeface="Arial" panose="020B0604020202020204"/>
              </a:defRPr>
            </a:lvl2pPr>
            <a:lvl3pPr algn="l">
              <a:buNone/>
              <a:defRPr sz="2175" b="1">
                <a:solidFill>
                  <a:srgbClr val="111111"/>
                </a:solidFill>
                <a:latin typeface="Arial" panose="020B0604020202020204"/>
                <a:ea typeface="Arial" panose="020B0604020202020204"/>
                <a:cs typeface="Arial" panose="020B0604020202020204"/>
              </a:defRPr>
            </a:lvl3pPr>
            <a:lvl4pPr algn="l">
              <a:buNone/>
              <a:defRPr sz="2175" b="1">
                <a:solidFill>
                  <a:srgbClr val="111111"/>
                </a:solidFill>
                <a:latin typeface="Arial" panose="020B0604020202020204"/>
                <a:ea typeface="Arial" panose="020B0604020202020204"/>
                <a:cs typeface="Arial" panose="020B0604020202020204"/>
              </a:defRPr>
            </a:lvl4pPr>
            <a:lvl5pPr algn="l">
              <a:buNone/>
              <a:defRPr sz="2175" b="1">
                <a:solidFill>
                  <a:srgbClr val="111111"/>
                </a:solidFill>
                <a:latin typeface="Arial" panose="020B0604020202020204"/>
                <a:ea typeface="Arial" panose="020B0604020202020204"/>
                <a:cs typeface="Arial" panose="020B0604020202020204"/>
              </a:defRPr>
            </a:lvl5pPr>
            <a:lvl6pPr algn="l">
              <a:buNone/>
              <a:defRPr sz="2175" b="1">
                <a:solidFill>
                  <a:srgbClr val="111111"/>
                </a:solidFill>
                <a:latin typeface="Arial" panose="020B0604020202020204"/>
                <a:ea typeface="Arial" panose="020B0604020202020204"/>
                <a:cs typeface="Arial" panose="020B0604020202020204"/>
              </a:defRPr>
            </a:lvl6pPr>
            <a:lvl7pPr algn="l">
              <a:buNone/>
              <a:defRPr sz="2175" b="1">
                <a:solidFill>
                  <a:srgbClr val="111111"/>
                </a:solidFill>
                <a:latin typeface="Arial" panose="020B0604020202020204"/>
                <a:ea typeface="Arial" panose="020B0604020202020204"/>
                <a:cs typeface="Arial" panose="020B0604020202020204"/>
              </a:defRPr>
            </a:lvl7pPr>
            <a:lvl8pPr algn="l">
              <a:buNone/>
              <a:defRPr sz="2175" b="1">
                <a:solidFill>
                  <a:srgbClr val="111111"/>
                </a:solidFill>
                <a:latin typeface="Arial" panose="020B0604020202020204"/>
                <a:ea typeface="Arial" panose="020B0604020202020204"/>
                <a:cs typeface="Arial" panose="020B0604020202020204"/>
              </a:defRPr>
            </a:lvl8pPr>
            <a:lvl9pPr algn="l">
              <a:buNone/>
              <a:defRPr sz="2175" b="1">
                <a:solidFill>
                  <a:srgbClr val="111111"/>
                </a:solidFill>
                <a:latin typeface="Arial" panose="020B0604020202020204"/>
                <a:ea typeface="Arial" panose="020B0604020202020204"/>
                <a:cs typeface="Arial" panose="020B0604020202020204"/>
              </a:defRPr>
            </a:lvl9pPr>
          </a:lstStyle>
          <a:p>
            <a:pPr algn="l">
              <a:buNone/>
              <a:defRPr sz="2175" b="1">
                <a:solidFill>
                  <a:srgbClr val="111111"/>
                </a:solidFill>
                <a:latin typeface="Arial" panose="020B0604020202020204"/>
                <a:ea typeface="Arial" panose="020B0604020202020204"/>
                <a:cs typeface="Arial" panose="020B0604020202020204"/>
              </a:defRPr>
            </a:pPr>
            <a:r>
              <a:rPr sz="2175" b="1">
                <a:solidFill>
                  <a:srgbClr val="111111"/>
                </a:solidFill>
                <a:latin typeface="Arial" panose="020B0604020202020204"/>
                <a:ea typeface="Arial" panose="020B0604020202020204"/>
                <a:cs typeface="Arial" panose="020B0604020202020204"/>
              </a:rPr>
              <a:t>Nội dung trình bày</a:t>
            </a:r>
            <a:endParaRPr sz="2175" b="1">
              <a:solidFill>
                <a:srgbClr val="111111"/>
              </a:solidFill>
              <a:latin typeface="Arial" panose="020B0604020202020204"/>
              <a:ea typeface="Arial" panose="020B0604020202020204"/>
              <a:cs typeface="Arial" panose="020B0604020202020204"/>
            </a:endParaRPr>
          </a:p>
        </p:txBody>
      </p:sp>
      <p:sp>
        <p:nvSpPr>
          <p:cNvPr id="2" name="Rectangle 1"/>
          <p:cNvSpPr>
            <a:spLocks noGrp="1"/>
          </p:cNvSpPr>
          <p:nvPr/>
        </p:nvSpPr>
        <p:spPr>
          <a:xfrm>
            <a:off x="0" y="666750"/>
            <a:ext cx="12192000" cy="95250"/>
          </a:xfrm>
          <a:prstGeom prst="rect">
            <a:avLst/>
          </a:prstGeom>
          <a:solidFill>
            <a:srgbClr val="4E8DF6"/>
          </a:solidFill>
          <a:ln w="9525">
            <a:solidFill>
              <a:srgbClr val="4E8DF6"/>
            </a:solidFill>
            <a:prstDash val="solid"/>
          </a:ln>
        </p:spPr>
      </p:sp>
      <p:sp>
        <p:nvSpPr>
          <p:cNvPr id="3" name="Rectangle 2"/>
          <p:cNvSpPr>
            <a:spLocks noGrp="1"/>
          </p:cNvSpPr>
          <p:nvPr/>
        </p:nvSpPr>
        <p:spPr>
          <a:xfrm>
            <a:off x="581025" y="1209675"/>
            <a:ext cx="704850" cy="561975"/>
          </a:xfrm>
          <a:prstGeom prst="rect">
            <a:avLst/>
          </a:prstGeom>
          <a:noFill/>
          <a:ln w="0">
            <a:noFill/>
            <a:prstDash val="solid"/>
          </a:ln>
        </p:spPr>
        <p:txBody>
          <a:bodyPr anchor="ctr"/>
          <a:lstStyle>
            <a:defPPr algn="l">
              <a:defRPr sz="2025" b="1">
                <a:solidFill>
                  <a:srgbClr val="F20D0D"/>
                </a:solidFill>
                <a:latin typeface="Arial" panose="020B0604020202020204"/>
                <a:ea typeface="Arial" panose="020B0604020202020204"/>
                <a:cs typeface="Arial" panose="020B0604020202020204"/>
              </a:defRPr>
            </a:defPPr>
            <a:lvl1pPr algn="l">
              <a:buNone/>
              <a:defRPr sz="2025" b="1">
                <a:solidFill>
                  <a:srgbClr val="F20D0D"/>
                </a:solidFill>
                <a:latin typeface="Arial" panose="020B0604020202020204"/>
                <a:ea typeface="Arial" panose="020B0604020202020204"/>
                <a:cs typeface="Arial" panose="020B0604020202020204"/>
              </a:defRPr>
            </a:lvl1pPr>
            <a:lvl2pPr algn="l">
              <a:buNone/>
              <a:defRPr sz="2025" b="1">
                <a:solidFill>
                  <a:srgbClr val="F20D0D"/>
                </a:solidFill>
                <a:latin typeface="Arial" panose="020B0604020202020204"/>
                <a:ea typeface="Arial" panose="020B0604020202020204"/>
                <a:cs typeface="Arial" panose="020B0604020202020204"/>
              </a:defRPr>
            </a:lvl2pPr>
            <a:lvl3pPr algn="l">
              <a:buNone/>
              <a:defRPr sz="2025" b="1">
                <a:solidFill>
                  <a:srgbClr val="F20D0D"/>
                </a:solidFill>
                <a:latin typeface="Arial" panose="020B0604020202020204"/>
                <a:ea typeface="Arial" panose="020B0604020202020204"/>
                <a:cs typeface="Arial" panose="020B0604020202020204"/>
              </a:defRPr>
            </a:lvl3pPr>
            <a:lvl4pPr algn="l">
              <a:buNone/>
              <a:defRPr sz="2025" b="1">
                <a:solidFill>
                  <a:srgbClr val="F20D0D"/>
                </a:solidFill>
                <a:latin typeface="Arial" panose="020B0604020202020204"/>
                <a:ea typeface="Arial" panose="020B0604020202020204"/>
                <a:cs typeface="Arial" panose="020B0604020202020204"/>
              </a:defRPr>
            </a:lvl4pPr>
            <a:lvl5pPr algn="l">
              <a:buNone/>
              <a:defRPr sz="2025" b="1">
                <a:solidFill>
                  <a:srgbClr val="F20D0D"/>
                </a:solidFill>
                <a:latin typeface="Arial" panose="020B0604020202020204"/>
                <a:ea typeface="Arial" panose="020B0604020202020204"/>
                <a:cs typeface="Arial" panose="020B0604020202020204"/>
              </a:defRPr>
            </a:lvl5pPr>
            <a:lvl6pPr algn="l">
              <a:buNone/>
              <a:defRPr sz="2025" b="1">
                <a:solidFill>
                  <a:srgbClr val="F20D0D"/>
                </a:solidFill>
                <a:latin typeface="Arial" panose="020B0604020202020204"/>
                <a:ea typeface="Arial" panose="020B0604020202020204"/>
                <a:cs typeface="Arial" panose="020B0604020202020204"/>
              </a:defRPr>
            </a:lvl6pPr>
            <a:lvl7pPr algn="l">
              <a:buNone/>
              <a:defRPr sz="2025" b="1">
                <a:solidFill>
                  <a:srgbClr val="F20D0D"/>
                </a:solidFill>
                <a:latin typeface="Arial" panose="020B0604020202020204"/>
                <a:ea typeface="Arial" panose="020B0604020202020204"/>
                <a:cs typeface="Arial" panose="020B0604020202020204"/>
              </a:defRPr>
            </a:lvl7pPr>
            <a:lvl8pPr algn="l">
              <a:buNone/>
              <a:defRPr sz="2025" b="1">
                <a:solidFill>
                  <a:srgbClr val="F20D0D"/>
                </a:solidFill>
                <a:latin typeface="Arial" panose="020B0604020202020204"/>
                <a:ea typeface="Arial" panose="020B0604020202020204"/>
                <a:cs typeface="Arial" panose="020B0604020202020204"/>
              </a:defRPr>
            </a:lvl8pPr>
            <a:lvl9pPr algn="l">
              <a:buNone/>
              <a:defRPr sz="2025" b="1">
                <a:solidFill>
                  <a:srgbClr val="F20D0D"/>
                </a:solidFill>
                <a:latin typeface="Arial" panose="020B0604020202020204"/>
                <a:ea typeface="Arial" panose="020B0604020202020204"/>
                <a:cs typeface="Arial" panose="020B0604020202020204"/>
              </a:defRPr>
            </a:lvl9pPr>
          </a:lstStyle>
          <a:p>
            <a:pPr algn="l">
              <a:buNone/>
              <a:defRPr sz="2025" b="1">
                <a:solidFill>
                  <a:srgbClr val="F20D0D"/>
                </a:solidFill>
                <a:latin typeface="Arial" panose="020B0604020202020204"/>
                <a:ea typeface="Arial" panose="020B0604020202020204"/>
                <a:cs typeface="Arial" panose="020B0604020202020204"/>
              </a:defRPr>
            </a:pPr>
            <a:r>
              <a:rPr sz="2025" b="1">
                <a:solidFill>
                  <a:srgbClr val="F20D0D"/>
                </a:solidFill>
                <a:latin typeface="Arial" panose="020B0604020202020204"/>
                <a:ea typeface="Arial" panose="020B0604020202020204"/>
                <a:cs typeface="Arial" panose="020B0604020202020204"/>
              </a:rPr>
              <a:t>01</a:t>
            </a:r>
            <a:endParaRPr sz="2025" b="1">
              <a:solidFill>
                <a:srgbClr val="F20D0D"/>
              </a:solidFill>
              <a:latin typeface="Arial" panose="020B0604020202020204"/>
              <a:ea typeface="Arial" panose="020B0604020202020204"/>
              <a:cs typeface="Arial" panose="020B0604020202020204"/>
            </a:endParaRPr>
          </a:p>
        </p:txBody>
      </p:sp>
      <p:sp>
        <p:nvSpPr>
          <p:cNvPr id="4" name="Rectangle 3"/>
          <p:cNvSpPr>
            <a:spLocks noGrp="1"/>
          </p:cNvSpPr>
          <p:nvPr/>
        </p:nvSpPr>
        <p:spPr>
          <a:xfrm>
            <a:off x="1419225" y="1209675"/>
            <a:ext cx="6381750" cy="561975"/>
          </a:xfrm>
          <a:prstGeom prst="rect">
            <a:avLst/>
          </a:prstGeom>
          <a:noFill/>
          <a:ln w="0">
            <a:noFill/>
            <a:prstDash val="solid"/>
          </a:ln>
        </p:spPr>
        <p:txBody>
          <a:bodyPr anchor="ctr"/>
          <a:lstStyle>
            <a:defPPr algn="l">
              <a:defRPr sz="1725" b="1">
                <a:solidFill>
                  <a:srgbClr val="111111"/>
                </a:solidFill>
                <a:latin typeface="Arial" panose="020B0604020202020204"/>
                <a:ea typeface="Arial" panose="020B0604020202020204"/>
                <a:cs typeface="Arial" panose="020B0604020202020204"/>
              </a:defRPr>
            </a:defPPr>
            <a:lvl1pPr algn="l">
              <a:buNone/>
              <a:defRPr sz="1725" b="1">
                <a:solidFill>
                  <a:srgbClr val="111111"/>
                </a:solidFill>
                <a:latin typeface="Arial" panose="020B0604020202020204"/>
                <a:ea typeface="Arial" panose="020B0604020202020204"/>
                <a:cs typeface="Arial" panose="020B0604020202020204"/>
              </a:defRPr>
            </a:lvl1pPr>
            <a:lvl2pPr algn="l">
              <a:buNone/>
              <a:defRPr sz="1725" b="1">
                <a:solidFill>
                  <a:srgbClr val="111111"/>
                </a:solidFill>
                <a:latin typeface="Arial" panose="020B0604020202020204"/>
                <a:ea typeface="Arial" panose="020B0604020202020204"/>
                <a:cs typeface="Arial" panose="020B0604020202020204"/>
              </a:defRPr>
            </a:lvl2pPr>
            <a:lvl3pPr algn="l">
              <a:buNone/>
              <a:defRPr sz="1725" b="1">
                <a:solidFill>
                  <a:srgbClr val="111111"/>
                </a:solidFill>
                <a:latin typeface="Arial" panose="020B0604020202020204"/>
                <a:ea typeface="Arial" panose="020B0604020202020204"/>
                <a:cs typeface="Arial" panose="020B0604020202020204"/>
              </a:defRPr>
            </a:lvl3pPr>
            <a:lvl4pPr algn="l">
              <a:buNone/>
              <a:defRPr sz="1725" b="1">
                <a:solidFill>
                  <a:srgbClr val="111111"/>
                </a:solidFill>
                <a:latin typeface="Arial" panose="020B0604020202020204"/>
                <a:ea typeface="Arial" panose="020B0604020202020204"/>
                <a:cs typeface="Arial" panose="020B0604020202020204"/>
              </a:defRPr>
            </a:lvl4pPr>
            <a:lvl5pPr algn="l">
              <a:buNone/>
              <a:defRPr sz="1725" b="1">
                <a:solidFill>
                  <a:srgbClr val="111111"/>
                </a:solidFill>
                <a:latin typeface="Arial" panose="020B0604020202020204"/>
                <a:ea typeface="Arial" panose="020B0604020202020204"/>
                <a:cs typeface="Arial" panose="020B0604020202020204"/>
              </a:defRPr>
            </a:lvl5pPr>
            <a:lvl6pPr algn="l">
              <a:buNone/>
              <a:defRPr sz="1725" b="1">
                <a:solidFill>
                  <a:srgbClr val="111111"/>
                </a:solidFill>
                <a:latin typeface="Arial" panose="020B0604020202020204"/>
                <a:ea typeface="Arial" panose="020B0604020202020204"/>
                <a:cs typeface="Arial" panose="020B0604020202020204"/>
              </a:defRPr>
            </a:lvl6pPr>
            <a:lvl7pPr algn="l">
              <a:buNone/>
              <a:defRPr sz="1725" b="1">
                <a:solidFill>
                  <a:srgbClr val="111111"/>
                </a:solidFill>
                <a:latin typeface="Arial" panose="020B0604020202020204"/>
                <a:ea typeface="Arial" panose="020B0604020202020204"/>
                <a:cs typeface="Arial" panose="020B0604020202020204"/>
              </a:defRPr>
            </a:lvl7pPr>
            <a:lvl8pPr algn="l">
              <a:buNone/>
              <a:defRPr sz="1725" b="1">
                <a:solidFill>
                  <a:srgbClr val="111111"/>
                </a:solidFill>
                <a:latin typeface="Arial" panose="020B0604020202020204"/>
                <a:ea typeface="Arial" panose="020B0604020202020204"/>
                <a:cs typeface="Arial" panose="020B0604020202020204"/>
              </a:defRPr>
            </a:lvl8pPr>
            <a:lvl9pPr algn="l">
              <a:buNone/>
              <a:defRPr sz="1725" b="1">
                <a:solidFill>
                  <a:srgbClr val="111111"/>
                </a:solidFill>
                <a:latin typeface="Arial" panose="020B0604020202020204"/>
                <a:ea typeface="Arial" panose="020B0604020202020204"/>
                <a:cs typeface="Arial" panose="020B0604020202020204"/>
              </a:defRPr>
            </a:lvl9pPr>
          </a:lstStyle>
          <a:p>
            <a:pPr algn="l">
              <a:buNone/>
              <a:defRPr sz="1725" b="1">
                <a:solidFill>
                  <a:srgbClr val="111111"/>
                </a:solidFill>
                <a:latin typeface="Arial" panose="020B0604020202020204"/>
                <a:ea typeface="Arial" panose="020B0604020202020204"/>
                <a:cs typeface="Arial" panose="020B0604020202020204"/>
              </a:defRPr>
            </a:pPr>
            <a:r>
              <a:rPr sz="1725" b="1">
                <a:solidFill>
                  <a:srgbClr val="111111"/>
                </a:solidFill>
                <a:latin typeface="Arial" panose="020B0604020202020204"/>
                <a:ea typeface="Arial" panose="020B0604020202020204"/>
                <a:cs typeface="Arial" panose="020B0604020202020204"/>
              </a:rPr>
              <a:t>Tổng quan về cảm biến trong Android</a:t>
            </a:r>
            <a:endParaRPr sz="1725" b="1">
              <a:solidFill>
                <a:srgbClr val="111111"/>
              </a:solidFill>
              <a:latin typeface="Arial" panose="020B0604020202020204"/>
              <a:ea typeface="Arial" panose="020B0604020202020204"/>
              <a:cs typeface="Arial" panose="020B0604020202020204"/>
            </a:endParaRPr>
          </a:p>
        </p:txBody>
      </p:sp>
      <p:sp>
        <p:nvSpPr>
          <p:cNvPr id="5" name="Rectangle 4"/>
          <p:cNvSpPr>
            <a:spLocks noGrp="1"/>
          </p:cNvSpPr>
          <p:nvPr/>
        </p:nvSpPr>
        <p:spPr>
          <a:xfrm>
            <a:off x="7829550" y="1209675"/>
            <a:ext cx="3714750" cy="561975"/>
          </a:xfrm>
          <a:prstGeom prst="rect">
            <a:avLst/>
          </a:prstGeom>
          <a:noFill/>
          <a:ln w="0">
            <a:noFill/>
            <a:prstDash val="solid"/>
          </a:ln>
        </p:spPr>
        <p:txBody>
          <a:bodyPr anchor="ctr"/>
          <a:lstStyle>
            <a:defPPr algn="l">
              <a:defRPr sz="1425" b="0">
                <a:solidFill>
                  <a:srgbClr val="4D4D4D"/>
                </a:solidFill>
                <a:latin typeface="Arial" panose="020B0604020202020204"/>
                <a:ea typeface="Arial" panose="020B0604020202020204"/>
                <a:cs typeface="Arial" panose="020B0604020202020204"/>
              </a:defRPr>
            </a:defPPr>
            <a:lvl1pPr algn="l">
              <a:buNone/>
              <a:defRPr sz="1425" b="0">
                <a:solidFill>
                  <a:srgbClr val="4D4D4D"/>
                </a:solidFill>
                <a:latin typeface="Arial" panose="020B0604020202020204"/>
                <a:ea typeface="Arial" panose="020B0604020202020204"/>
                <a:cs typeface="Arial" panose="020B0604020202020204"/>
              </a:defRPr>
            </a:lvl1pPr>
            <a:lvl2pPr algn="l">
              <a:buNone/>
              <a:defRPr sz="1425" b="0">
                <a:solidFill>
                  <a:srgbClr val="4D4D4D"/>
                </a:solidFill>
                <a:latin typeface="Arial" panose="020B0604020202020204"/>
                <a:ea typeface="Arial" panose="020B0604020202020204"/>
                <a:cs typeface="Arial" panose="020B0604020202020204"/>
              </a:defRPr>
            </a:lvl2pPr>
            <a:lvl3pPr algn="l">
              <a:buNone/>
              <a:defRPr sz="1425" b="0">
                <a:solidFill>
                  <a:srgbClr val="4D4D4D"/>
                </a:solidFill>
                <a:latin typeface="Arial" panose="020B0604020202020204"/>
                <a:ea typeface="Arial" panose="020B0604020202020204"/>
                <a:cs typeface="Arial" panose="020B0604020202020204"/>
              </a:defRPr>
            </a:lvl3pPr>
            <a:lvl4pPr algn="l">
              <a:buNone/>
              <a:defRPr sz="1425" b="0">
                <a:solidFill>
                  <a:srgbClr val="4D4D4D"/>
                </a:solidFill>
                <a:latin typeface="Arial" panose="020B0604020202020204"/>
                <a:ea typeface="Arial" panose="020B0604020202020204"/>
                <a:cs typeface="Arial" panose="020B0604020202020204"/>
              </a:defRPr>
            </a:lvl4pPr>
            <a:lvl5pPr algn="l">
              <a:buNone/>
              <a:defRPr sz="1425" b="0">
                <a:solidFill>
                  <a:srgbClr val="4D4D4D"/>
                </a:solidFill>
                <a:latin typeface="Arial" panose="020B0604020202020204"/>
                <a:ea typeface="Arial" panose="020B0604020202020204"/>
                <a:cs typeface="Arial" panose="020B0604020202020204"/>
              </a:defRPr>
            </a:lvl5pPr>
            <a:lvl6pPr algn="l">
              <a:buNone/>
              <a:defRPr sz="1425" b="0">
                <a:solidFill>
                  <a:srgbClr val="4D4D4D"/>
                </a:solidFill>
                <a:latin typeface="Arial" panose="020B0604020202020204"/>
                <a:ea typeface="Arial" panose="020B0604020202020204"/>
                <a:cs typeface="Arial" panose="020B0604020202020204"/>
              </a:defRPr>
            </a:lvl6pPr>
            <a:lvl7pPr algn="l">
              <a:buNone/>
              <a:defRPr sz="1425" b="0">
                <a:solidFill>
                  <a:srgbClr val="4D4D4D"/>
                </a:solidFill>
                <a:latin typeface="Arial" panose="020B0604020202020204"/>
                <a:ea typeface="Arial" panose="020B0604020202020204"/>
                <a:cs typeface="Arial" panose="020B0604020202020204"/>
              </a:defRPr>
            </a:lvl7pPr>
            <a:lvl8pPr algn="l">
              <a:buNone/>
              <a:defRPr sz="1425" b="0">
                <a:solidFill>
                  <a:srgbClr val="4D4D4D"/>
                </a:solidFill>
                <a:latin typeface="Arial" panose="020B0604020202020204"/>
                <a:ea typeface="Arial" panose="020B0604020202020204"/>
                <a:cs typeface="Arial" panose="020B0604020202020204"/>
              </a:defRPr>
            </a:lvl8pPr>
            <a:lvl9pPr algn="l">
              <a:buNone/>
              <a:defRPr sz="1425" b="0">
                <a:solidFill>
                  <a:srgbClr val="4D4D4D"/>
                </a:solidFill>
                <a:latin typeface="Arial" panose="020B0604020202020204"/>
                <a:ea typeface="Arial" panose="020B0604020202020204"/>
                <a:cs typeface="Arial" panose="020B0604020202020204"/>
              </a:defRPr>
            </a:lvl9pPr>
          </a:lstStyle>
          <a:p>
            <a:pPr algn="l">
              <a:buNone/>
              <a:defRPr sz="1425" b="0">
                <a:solidFill>
                  <a:srgbClr val="4D4D4D"/>
                </a:solidFill>
                <a:latin typeface="Arial" panose="020B0604020202020204"/>
                <a:ea typeface="Arial" panose="020B0604020202020204"/>
                <a:cs typeface="Arial" panose="020B0604020202020204"/>
              </a:defRPr>
            </a:pPr>
            <a:r>
              <a:rPr sz="1425" b="0">
                <a:solidFill>
                  <a:srgbClr val="4D4D4D"/>
                </a:solidFill>
                <a:latin typeface="Arial" panose="020B0604020202020204"/>
                <a:ea typeface="Arial" panose="020B0604020202020204"/>
                <a:cs typeface="Arial" panose="020B0604020202020204"/>
              </a:rPr>
              <a:t>Khái niệm và ba nhóm cảm biến</a:t>
            </a:r>
            <a:endParaRPr sz="1425" b="0">
              <a:solidFill>
                <a:srgbClr val="4D4D4D"/>
              </a:solidFill>
              <a:latin typeface="Arial" panose="020B0604020202020204"/>
              <a:ea typeface="Arial" panose="020B0604020202020204"/>
              <a:cs typeface="Arial" panose="020B0604020202020204"/>
            </a:endParaRPr>
          </a:p>
        </p:txBody>
      </p:sp>
      <p:sp>
        <p:nvSpPr>
          <p:cNvPr id="6" name="Straight Connector 5"/>
          <p:cNvSpPr>
            <a:spLocks noGrp="1"/>
          </p:cNvSpPr>
          <p:nvPr/>
        </p:nvSpPr>
        <p:spPr>
          <a:xfrm>
            <a:off x="533400" y="1866900"/>
            <a:ext cx="11134725" cy="0"/>
          </a:xfrm>
          <a:prstGeom prst="line">
            <a:avLst/>
          </a:prstGeom>
          <a:ln w="9525">
            <a:solidFill>
              <a:srgbClr val="C9C9C9"/>
            </a:solidFill>
            <a:prstDash val="solid"/>
          </a:ln>
        </p:spPr>
      </p:sp>
      <p:sp>
        <p:nvSpPr>
          <p:cNvPr id="7" name="Rectangle 6"/>
          <p:cNvSpPr>
            <a:spLocks noGrp="1"/>
          </p:cNvSpPr>
          <p:nvPr/>
        </p:nvSpPr>
        <p:spPr>
          <a:xfrm>
            <a:off x="581025" y="2047875"/>
            <a:ext cx="704850" cy="561975"/>
          </a:xfrm>
          <a:prstGeom prst="rect">
            <a:avLst/>
          </a:prstGeom>
          <a:noFill/>
          <a:ln w="0">
            <a:noFill/>
            <a:prstDash val="solid"/>
          </a:ln>
        </p:spPr>
        <p:txBody>
          <a:bodyPr anchor="ctr"/>
          <a:lstStyle>
            <a:defPPr algn="l">
              <a:defRPr sz="2025" b="1">
                <a:solidFill>
                  <a:srgbClr val="F20D0D"/>
                </a:solidFill>
                <a:latin typeface="Arial" panose="020B0604020202020204"/>
                <a:ea typeface="Arial" panose="020B0604020202020204"/>
                <a:cs typeface="Arial" panose="020B0604020202020204"/>
              </a:defRPr>
            </a:defPPr>
            <a:lvl1pPr algn="l">
              <a:buNone/>
              <a:defRPr sz="2025" b="1">
                <a:solidFill>
                  <a:srgbClr val="F20D0D"/>
                </a:solidFill>
                <a:latin typeface="Arial" panose="020B0604020202020204"/>
                <a:ea typeface="Arial" panose="020B0604020202020204"/>
                <a:cs typeface="Arial" panose="020B0604020202020204"/>
              </a:defRPr>
            </a:lvl1pPr>
            <a:lvl2pPr algn="l">
              <a:buNone/>
              <a:defRPr sz="2025" b="1">
                <a:solidFill>
                  <a:srgbClr val="F20D0D"/>
                </a:solidFill>
                <a:latin typeface="Arial" panose="020B0604020202020204"/>
                <a:ea typeface="Arial" panose="020B0604020202020204"/>
                <a:cs typeface="Arial" panose="020B0604020202020204"/>
              </a:defRPr>
            </a:lvl2pPr>
            <a:lvl3pPr algn="l">
              <a:buNone/>
              <a:defRPr sz="2025" b="1">
                <a:solidFill>
                  <a:srgbClr val="F20D0D"/>
                </a:solidFill>
                <a:latin typeface="Arial" panose="020B0604020202020204"/>
                <a:ea typeface="Arial" panose="020B0604020202020204"/>
                <a:cs typeface="Arial" panose="020B0604020202020204"/>
              </a:defRPr>
            </a:lvl3pPr>
            <a:lvl4pPr algn="l">
              <a:buNone/>
              <a:defRPr sz="2025" b="1">
                <a:solidFill>
                  <a:srgbClr val="F20D0D"/>
                </a:solidFill>
                <a:latin typeface="Arial" panose="020B0604020202020204"/>
                <a:ea typeface="Arial" panose="020B0604020202020204"/>
                <a:cs typeface="Arial" panose="020B0604020202020204"/>
              </a:defRPr>
            </a:lvl4pPr>
            <a:lvl5pPr algn="l">
              <a:buNone/>
              <a:defRPr sz="2025" b="1">
                <a:solidFill>
                  <a:srgbClr val="F20D0D"/>
                </a:solidFill>
                <a:latin typeface="Arial" panose="020B0604020202020204"/>
                <a:ea typeface="Arial" panose="020B0604020202020204"/>
                <a:cs typeface="Arial" panose="020B0604020202020204"/>
              </a:defRPr>
            </a:lvl5pPr>
            <a:lvl6pPr algn="l">
              <a:buNone/>
              <a:defRPr sz="2025" b="1">
                <a:solidFill>
                  <a:srgbClr val="F20D0D"/>
                </a:solidFill>
                <a:latin typeface="Arial" panose="020B0604020202020204"/>
                <a:ea typeface="Arial" panose="020B0604020202020204"/>
                <a:cs typeface="Arial" panose="020B0604020202020204"/>
              </a:defRPr>
            </a:lvl6pPr>
            <a:lvl7pPr algn="l">
              <a:buNone/>
              <a:defRPr sz="2025" b="1">
                <a:solidFill>
                  <a:srgbClr val="F20D0D"/>
                </a:solidFill>
                <a:latin typeface="Arial" panose="020B0604020202020204"/>
                <a:ea typeface="Arial" panose="020B0604020202020204"/>
                <a:cs typeface="Arial" panose="020B0604020202020204"/>
              </a:defRPr>
            </a:lvl7pPr>
            <a:lvl8pPr algn="l">
              <a:buNone/>
              <a:defRPr sz="2025" b="1">
                <a:solidFill>
                  <a:srgbClr val="F20D0D"/>
                </a:solidFill>
                <a:latin typeface="Arial" panose="020B0604020202020204"/>
                <a:ea typeface="Arial" panose="020B0604020202020204"/>
                <a:cs typeface="Arial" panose="020B0604020202020204"/>
              </a:defRPr>
            </a:lvl8pPr>
            <a:lvl9pPr algn="l">
              <a:buNone/>
              <a:defRPr sz="2025" b="1">
                <a:solidFill>
                  <a:srgbClr val="F20D0D"/>
                </a:solidFill>
                <a:latin typeface="Arial" panose="020B0604020202020204"/>
                <a:ea typeface="Arial" panose="020B0604020202020204"/>
                <a:cs typeface="Arial" panose="020B0604020202020204"/>
              </a:defRPr>
            </a:lvl9pPr>
          </a:lstStyle>
          <a:p>
            <a:pPr algn="l">
              <a:buNone/>
              <a:defRPr sz="2025" b="1">
                <a:solidFill>
                  <a:srgbClr val="F20D0D"/>
                </a:solidFill>
                <a:latin typeface="Arial" panose="020B0604020202020204"/>
                <a:ea typeface="Arial" panose="020B0604020202020204"/>
                <a:cs typeface="Arial" panose="020B0604020202020204"/>
              </a:defRPr>
            </a:pPr>
            <a:r>
              <a:rPr sz="2025" b="1">
                <a:solidFill>
                  <a:srgbClr val="F20D0D"/>
                </a:solidFill>
                <a:latin typeface="Arial" panose="020B0604020202020204"/>
                <a:ea typeface="Arial" panose="020B0604020202020204"/>
                <a:cs typeface="Arial" panose="020B0604020202020204"/>
              </a:rPr>
              <a:t>02</a:t>
            </a:r>
            <a:endParaRPr sz="2025" b="1">
              <a:solidFill>
                <a:srgbClr val="F20D0D"/>
              </a:solidFill>
              <a:latin typeface="Arial" panose="020B0604020202020204"/>
              <a:ea typeface="Arial" panose="020B0604020202020204"/>
              <a:cs typeface="Arial" panose="020B0604020202020204"/>
            </a:endParaRPr>
          </a:p>
        </p:txBody>
      </p:sp>
      <p:sp>
        <p:nvSpPr>
          <p:cNvPr id="8" name="Rectangle 7"/>
          <p:cNvSpPr>
            <a:spLocks noGrp="1"/>
          </p:cNvSpPr>
          <p:nvPr/>
        </p:nvSpPr>
        <p:spPr>
          <a:xfrm>
            <a:off x="1419225" y="2047875"/>
            <a:ext cx="6381750" cy="561975"/>
          </a:xfrm>
          <a:prstGeom prst="rect">
            <a:avLst/>
          </a:prstGeom>
          <a:noFill/>
          <a:ln w="0">
            <a:noFill/>
            <a:prstDash val="solid"/>
          </a:ln>
        </p:spPr>
        <p:txBody>
          <a:bodyPr anchor="ctr"/>
          <a:lstStyle>
            <a:defPPr algn="l">
              <a:defRPr sz="1725" b="1">
                <a:solidFill>
                  <a:srgbClr val="111111"/>
                </a:solidFill>
                <a:latin typeface="Arial" panose="020B0604020202020204"/>
                <a:ea typeface="Arial" panose="020B0604020202020204"/>
                <a:cs typeface="Arial" panose="020B0604020202020204"/>
              </a:defRPr>
            </a:defPPr>
            <a:lvl1pPr algn="l">
              <a:buNone/>
              <a:defRPr sz="1725" b="1">
                <a:solidFill>
                  <a:srgbClr val="111111"/>
                </a:solidFill>
                <a:latin typeface="Arial" panose="020B0604020202020204"/>
                <a:ea typeface="Arial" panose="020B0604020202020204"/>
                <a:cs typeface="Arial" panose="020B0604020202020204"/>
              </a:defRPr>
            </a:lvl1pPr>
            <a:lvl2pPr algn="l">
              <a:buNone/>
              <a:defRPr sz="1725" b="1">
                <a:solidFill>
                  <a:srgbClr val="111111"/>
                </a:solidFill>
                <a:latin typeface="Arial" panose="020B0604020202020204"/>
                <a:ea typeface="Arial" panose="020B0604020202020204"/>
                <a:cs typeface="Arial" panose="020B0604020202020204"/>
              </a:defRPr>
            </a:lvl2pPr>
            <a:lvl3pPr algn="l">
              <a:buNone/>
              <a:defRPr sz="1725" b="1">
                <a:solidFill>
                  <a:srgbClr val="111111"/>
                </a:solidFill>
                <a:latin typeface="Arial" panose="020B0604020202020204"/>
                <a:ea typeface="Arial" panose="020B0604020202020204"/>
                <a:cs typeface="Arial" panose="020B0604020202020204"/>
              </a:defRPr>
            </a:lvl3pPr>
            <a:lvl4pPr algn="l">
              <a:buNone/>
              <a:defRPr sz="1725" b="1">
                <a:solidFill>
                  <a:srgbClr val="111111"/>
                </a:solidFill>
                <a:latin typeface="Arial" panose="020B0604020202020204"/>
                <a:ea typeface="Arial" panose="020B0604020202020204"/>
                <a:cs typeface="Arial" panose="020B0604020202020204"/>
              </a:defRPr>
            </a:lvl4pPr>
            <a:lvl5pPr algn="l">
              <a:buNone/>
              <a:defRPr sz="1725" b="1">
                <a:solidFill>
                  <a:srgbClr val="111111"/>
                </a:solidFill>
                <a:latin typeface="Arial" panose="020B0604020202020204"/>
                <a:ea typeface="Arial" panose="020B0604020202020204"/>
                <a:cs typeface="Arial" panose="020B0604020202020204"/>
              </a:defRPr>
            </a:lvl5pPr>
            <a:lvl6pPr algn="l">
              <a:buNone/>
              <a:defRPr sz="1725" b="1">
                <a:solidFill>
                  <a:srgbClr val="111111"/>
                </a:solidFill>
                <a:latin typeface="Arial" panose="020B0604020202020204"/>
                <a:ea typeface="Arial" panose="020B0604020202020204"/>
                <a:cs typeface="Arial" panose="020B0604020202020204"/>
              </a:defRPr>
            </a:lvl6pPr>
            <a:lvl7pPr algn="l">
              <a:buNone/>
              <a:defRPr sz="1725" b="1">
                <a:solidFill>
                  <a:srgbClr val="111111"/>
                </a:solidFill>
                <a:latin typeface="Arial" panose="020B0604020202020204"/>
                <a:ea typeface="Arial" panose="020B0604020202020204"/>
                <a:cs typeface="Arial" panose="020B0604020202020204"/>
              </a:defRPr>
            </a:lvl7pPr>
            <a:lvl8pPr algn="l">
              <a:buNone/>
              <a:defRPr sz="1725" b="1">
                <a:solidFill>
                  <a:srgbClr val="111111"/>
                </a:solidFill>
                <a:latin typeface="Arial" panose="020B0604020202020204"/>
                <a:ea typeface="Arial" panose="020B0604020202020204"/>
                <a:cs typeface="Arial" panose="020B0604020202020204"/>
              </a:defRPr>
            </a:lvl8pPr>
            <a:lvl9pPr algn="l">
              <a:buNone/>
              <a:defRPr sz="1725" b="1">
                <a:solidFill>
                  <a:srgbClr val="111111"/>
                </a:solidFill>
                <a:latin typeface="Arial" panose="020B0604020202020204"/>
                <a:ea typeface="Arial" panose="020B0604020202020204"/>
                <a:cs typeface="Arial" panose="020B0604020202020204"/>
              </a:defRPr>
            </a:lvl9pPr>
          </a:lstStyle>
          <a:p>
            <a:pPr algn="l">
              <a:buNone/>
              <a:defRPr sz="1725" b="1">
                <a:solidFill>
                  <a:srgbClr val="111111"/>
                </a:solidFill>
                <a:latin typeface="Arial" panose="020B0604020202020204"/>
                <a:ea typeface="Arial" panose="020B0604020202020204"/>
                <a:cs typeface="Arial" panose="020B0604020202020204"/>
              </a:defRPr>
            </a:pPr>
            <a:r>
              <a:rPr sz="1725" b="1">
                <a:solidFill>
                  <a:srgbClr val="111111"/>
                </a:solidFill>
                <a:latin typeface="Arial" panose="020B0604020202020204"/>
                <a:ea typeface="Arial" panose="020B0604020202020204"/>
                <a:cs typeface="Arial" panose="020B0604020202020204"/>
              </a:rPr>
              <a:t>Android Sensor Framework</a:t>
            </a:r>
            <a:endParaRPr sz="1725" b="1">
              <a:solidFill>
                <a:srgbClr val="111111"/>
              </a:solidFill>
              <a:latin typeface="Arial" panose="020B0604020202020204"/>
              <a:ea typeface="Arial" panose="020B0604020202020204"/>
              <a:cs typeface="Arial" panose="020B0604020202020204"/>
            </a:endParaRPr>
          </a:p>
        </p:txBody>
      </p:sp>
      <p:sp>
        <p:nvSpPr>
          <p:cNvPr id="9" name="Rectangle 8"/>
          <p:cNvSpPr>
            <a:spLocks noGrp="1"/>
          </p:cNvSpPr>
          <p:nvPr/>
        </p:nvSpPr>
        <p:spPr>
          <a:xfrm>
            <a:off x="7829550" y="2047875"/>
            <a:ext cx="3714750" cy="561975"/>
          </a:xfrm>
          <a:prstGeom prst="rect">
            <a:avLst/>
          </a:prstGeom>
          <a:noFill/>
          <a:ln w="0">
            <a:noFill/>
            <a:prstDash val="solid"/>
          </a:ln>
        </p:spPr>
        <p:txBody>
          <a:bodyPr anchor="ctr"/>
          <a:lstStyle>
            <a:defPPr algn="l">
              <a:defRPr sz="1425" b="0">
                <a:solidFill>
                  <a:srgbClr val="4D4D4D"/>
                </a:solidFill>
                <a:latin typeface="Arial" panose="020B0604020202020204"/>
                <a:ea typeface="Arial" panose="020B0604020202020204"/>
                <a:cs typeface="Arial" panose="020B0604020202020204"/>
              </a:defRPr>
            </a:defPPr>
            <a:lvl1pPr algn="l">
              <a:buNone/>
              <a:defRPr sz="1425" b="0">
                <a:solidFill>
                  <a:srgbClr val="4D4D4D"/>
                </a:solidFill>
                <a:latin typeface="Arial" panose="020B0604020202020204"/>
                <a:ea typeface="Arial" panose="020B0604020202020204"/>
                <a:cs typeface="Arial" panose="020B0604020202020204"/>
              </a:defRPr>
            </a:lvl1pPr>
            <a:lvl2pPr algn="l">
              <a:buNone/>
              <a:defRPr sz="1425" b="0">
                <a:solidFill>
                  <a:srgbClr val="4D4D4D"/>
                </a:solidFill>
                <a:latin typeface="Arial" panose="020B0604020202020204"/>
                <a:ea typeface="Arial" panose="020B0604020202020204"/>
                <a:cs typeface="Arial" panose="020B0604020202020204"/>
              </a:defRPr>
            </a:lvl2pPr>
            <a:lvl3pPr algn="l">
              <a:buNone/>
              <a:defRPr sz="1425" b="0">
                <a:solidFill>
                  <a:srgbClr val="4D4D4D"/>
                </a:solidFill>
                <a:latin typeface="Arial" panose="020B0604020202020204"/>
                <a:ea typeface="Arial" panose="020B0604020202020204"/>
                <a:cs typeface="Arial" panose="020B0604020202020204"/>
              </a:defRPr>
            </a:lvl3pPr>
            <a:lvl4pPr algn="l">
              <a:buNone/>
              <a:defRPr sz="1425" b="0">
                <a:solidFill>
                  <a:srgbClr val="4D4D4D"/>
                </a:solidFill>
                <a:latin typeface="Arial" panose="020B0604020202020204"/>
                <a:ea typeface="Arial" panose="020B0604020202020204"/>
                <a:cs typeface="Arial" panose="020B0604020202020204"/>
              </a:defRPr>
            </a:lvl4pPr>
            <a:lvl5pPr algn="l">
              <a:buNone/>
              <a:defRPr sz="1425" b="0">
                <a:solidFill>
                  <a:srgbClr val="4D4D4D"/>
                </a:solidFill>
                <a:latin typeface="Arial" panose="020B0604020202020204"/>
                <a:ea typeface="Arial" panose="020B0604020202020204"/>
                <a:cs typeface="Arial" panose="020B0604020202020204"/>
              </a:defRPr>
            </a:lvl5pPr>
            <a:lvl6pPr algn="l">
              <a:buNone/>
              <a:defRPr sz="1425" b="0">
                <a:solidFill>
                  <a:srgbClr val="4D4D4D"/>
                </a:solidFill>
                <a:latin typeface="Arial" panose="020B0604020202020204"/>
                <a:ea typeface="Arial" panose="020B0604020202020204"/>
                <a:cs typeface="Arial" panose="020B0604020202020204"/>
              </a:defRPr>
            </a:lvl6pPr>
            <a:lvl7pPr algn="l">
              <a:buNone/>
              <a:defRPr sz="1425" b="0">
                <a:solidFill>
                  <a:srgbClr val="4D4D4D"/>
                </a:solidFill>
                <a:latin typeface="Arial" panose="020B0604020202020204"/>
                <a:ea typeface="Arial" panose="020B0604020202020204"/>
                <a:cs typeface="Arial" panose="020B0604020202020204"/>
              </a:defRPr>
            </a:lvl7pPr>
            <a:lvl8pPr algn="l">
              <a:buNone/>
              <a:defRPr sz="1425" b="0">
                <a:solidFill>
                  <a:srgbClr val="4D4D4D"/>
                </a:solidFill>
                <a:latin typeface="Arial" panose="020B0604020202020204"/>
                <a:ea typeface="Arial" panose="020B0604020202020204"/>
                <a:cs typeface="Arial" panose="020B0604020202020204"/>
              </a:defRPr>
            </a:lvl8pPr>
            <a:lvl9pPr algn="l">
              <a:buNone/>
              <a:defRPr sz="1425" b="0">
                <a:solidFill>
                  <a:srgbClr val="4D4D4D"/>
                </a:solidFill>
                <a:latin typeface="Arial" panose="020B0604020202020204"/>
                <a:ea typeface="Arial" panose="020B0604020202020204"/>
                <a:cs typeface="Arial" panose="020B0604020202020204"/>
              </a:defRPr>
            </a:lvl9pPr>
          </a:lstStyle>
          <a:p>
            <a:pPr algn="l">
              <a:buNone/>
              <a:defRPr sz="1425" b="0">
                <a:solidFill>
                  <a:srgbClr val="4D4D4D"/>
                </a:solidFill>
                <a:latin typeface="Arial" panose="020B0604020202020204"/>
                <a:ea typeface="Arial" panose="020B0604020202020204"/>
                <a:cs typeface="Arial" panose="020B0604020202020204"/>
              </a:defRPr>
            </a:pPr>
            <a:r>
              <a:rPr sz="1425" b="0">
                <a:solidFill>
                  <a:srgbClr val="4D4D4D"/>
                </a:solidFill>
                <a:latin typeface="Arial" panose="020B0604020202020204"/>
                <a:ea typeface="Arial" panose="020B0604020202020204"/>
                <a:cs typeface="Arial" panose="020B0604020202020204"/>
              </a:rPr>
              <a:t>Kiến trúc API và quy trình lập trình</a:t>
            </a:r>
            <a:endParaRPr sz="1425" b="0">
              <a:solidFill>
                <a:srgbClr val="4D4D4D"/>
              </a:solidFill>
              <a:latin typeface="Arial" panose="020B0604020202020204"/>
              <a:ea typeface="Arial" panose="020B0604020202020204"/>
              <a:cs typeface="Arial" panose="020B0604020202020204"/>
            </a:endParaRPr>
          </a:p>
        </p:txBody>
      </p:sp>
      <p:sp>
        <p:nvSpPr>
          <p:cNvPr id="10" name="Straight Connector 9"/>
          <p:cNvSpPr>
            <a:spLocks noGrp="1"/>
          </p:cNvSpPr>
          <p:nvPr/>
        </p:nvSpPr>
        <p:spPr>
          <a:xfrm>
            <a:off x="533400" y="2705100"/>
            <a:ext cx="11134725" cy="0"/>
          </a:xfrm>
          <a:prstGeom prst="line">
            <a:avLst/>
          </a:prstGeom>
          <a:ln w="9525">
            <a:solidFill>
              <a:srgbClr val="C9C9C9"/>
            </a:solidFill>
            <a:prstDash val="solid"/>
          </a:ln>
        </p:spPr>
      </p:sp>
      <p:sp>
        <p:nvSpPr>
          <p:cNvPr id="11" name="Rectangle 10"/>
          <p:cNvSpPr>
            <a:spLocks noGrp="1"/>
          </p:cNvSpPr>
          <p:nvPr/>
        </p:nvSpPr>
        <p:spPr>
          <a:xfrm>
            <a:off x="581025" y="2886075"/>
            <a:ext cx="704850" cy="561975"/>
          </a:xfrm>
          <a:prstGeom prst="rect">
            <a:avLst/>
          </a:prstGeom>
          <a:noFill/>
          <a:ln w="0">
            <a:noFill/>
            <a:prstDash val="solid"/>
          </a:ln>
        </p:spPr>
        <p:txBody>
          <a:bodyPr anchor="ctr"/>
          <a:lstStyle>
            <a:defPPr algn="l">
              <a:defRPr sz="2025" b="1">
                <a:solidFill>
                  <a:srgbClr val="F20D0D"/>
                </a:solidFill>
                <a:latin typeface="Arial" panose="020B0604020202020204"/>
                <a:ea typeface="Arial" panose="020B0604020202020204"/>
                <a:cs typeface="Arial" panose="020B0604020202020204"/>
              </a:defRPr>
            </a:defPPr>
            <a:lvl1pPr algn="l">
              <a:buNone/>
              <a:defRPr sz="2025" b="1">
                <a:solidFill>
                  <a:srgbClr val="F20D0D"/>
                </a:solidFill>
                <a:latin typeface="Arial" panose="020B0604020202020204"/>
                <a:ea typeface="Arial" panose="020B0604020202020204"/>
                <a:cs typeface="Arial" panose="020B0604020202020204"/>
              </a:defRPr>
            </a:lvl1pPr>
            <a:lvl2pPr algn="l">
              <a:buNone/>
              <a:defRPr sz="2025" b="1">
                <a:solidFill>
                  <a:srgbClr val="F20D0D"/>
                </a:solidFill>
                <a:latin typeface="Arial" panose="020B0604020202020204"/>
                <a:ea typeface="Arial" panose="020B0604020202020204"/>
                <a:cs typeface="Arial" panose="020B0604020202020204"/>
              </a:defRPr>
            </a:lvl2pPr>
            <a:lvl3pPr algn="l">
              <a:buNone/>
              <a:defRPr sz="2025" b="1">
                <a:solidFill>
                  <a:srgbClr val="F20D0D"/>
                </a:solidFill>
                <a:latin typeface="Arial" panose="020B0604020202020204"/>
                <a:ea typeface="Arial" panose="020B0604020202020204"/>
                <a:cs typeface="Arial" panose="020B0604020202020204"/>
              </a:defRPr>
            </a:lvl3pPr>
            <a:lvl4pPr algn="l">
              <a:buNone/>
              <a:defRPr sz="2025" b="1">
                <a:solidFill>
                  <a:srgbClr val="F20D0D"/>
                </a:solidFill>
                <a:latin typeface="Arial" panose="020B0604020202020204"/>
                <a:ea typeface="Arial" panose="020B0604020202020204"/>
                <a:cs typeface="Arial" panose="020B0604020202020204"/>
              </a:defRPr>
            </a:lvl4pPr>
            <a:lvl5pPr algn="l">
              <a:buNone/>
              <a:defRPr sz="2025" b="1">
                <a:solidFill>
                  <a:srgbClr val="F20D0D"/>
                </a:solidFill>
                <a:latin typeface="Arial" panose="020B0604020202020204"/>
                <a:ea typeface="Arial" panose="020B0604020202020204"/>
                <a:cs typeface="Arial" panose="020B0604020202020204"/>
              </a:defRPr>
            </a:lvl5pPr>
            <a:lvl6pPr algn="l">
              <a:buNone/>
              <a:defRPr sz="2025" b="1">
                <a:solidFill>
                  <a:srgbClr val="F20D0D"/>
                </a:solidFill>
                <a:latin typeface="Arial" panose="020B0604020202020204"/>
                <a:ea typeface="Arial" panose="020B0604020202020204"/>
                <a:cs typeface="Arial" panose="020B0604020202020204"/>
              </a:defRPr>
            </a:lvl6pPr>
            <a:lvl7pPr algn="l">
              <a:buNone/>
              <a:defRPr sz="2025" b="1">
                <a:solidFill>
                  <a:srgbClr val="F20D0D"/>
                </a:solidFill>
                <a:latin typeface="Arial" panose="020B0604020202020204"/>
                <a:ea typeface="Arial" panose="020B0604020202020204"/>
                <a:cs typeface="Arial" panose="020B0604020202020204"/>
              </a:defRPr>
            </a:lvl7pPr>
            <a:lvl8pPr algn="l">
              <a:buNone/>
              <a:defRPr sz="2025" b="1">
                <a:solidFill>
                  <a:srgbClr val="F20D0D"/>
                </a:solidFill>
                <a:latin typeface="Arial" panose="020B0604020202020204"/>
                <a:ea typeface="Arial" panose="020B0604020202020204"/>
                <a:cs typeface="Arial" panose="020B0604020202020204"/>
              </a:defRPr>
            </a:lvl8pPr>
            <a:lvl9pPr algn="l">
              <a:buNone/>
              <a:defRPr sz="2025" b="1">
                <a:solidFill>
                  <a:srgbClr val="F20D0D"/>
                </a:solidFill>
                <a:latin typeface="Arial" panose="020B0604020202020204"/>
                <a:ea typeface="Arial" panose="020B0604020202020204"/>
                <a:cs typeface="Arial" panose="020B0604020202020204"/>
              </a:defRPr>
            </a:lvl9pPr>
          </a:lstStyle>
          <a:p>
            <a:pPr algn="l">
              <a:buNone/>
              <a:defRPr sz="2025" b="1">
                <a:solidFill>
                  <a:srgbClr val="F20D0D"/>
                </a:solidFill>
                <a:latin typeface="Arial" panose="020B0604020202020204"/>
                <a:ea typeface="Arial" panose="020B0604020202020204"/>
                <a:cs typeface="Arial" panose="020B0604020202020204"/>
              </a:defRPr>
            </a:pPr>
            <a:r>
              <a:rPr sz="2025" b="1">
                <a:solidFill>
                  <a:srgbClr val="F20D0D"/>
                </a:solidFill>
                <a:latin typeface="Arial" panose="020B0604020202020204"/>
                <a:ea typeface="Arial" panose="020B0604020202020204"/>
                <a:cs typeface="Arial" panose="020B0604020202020204"/>
              </a:rPr>
              <a:t>03</a:t>
            </a:r>
            <a:endParaRPr sz="2025" b="1">
              <a:solidFill>
                <a:srgbClr val="F20D0D"/>
              </a:solidFill>
              <a:latin typeface="Arial" panose="020B0604020202020204"/>
              <a:ea typeface="Arial" panose="020B0604020202020204"/>
              <a:cs typeface="Arial" panose="020B0604020202020204"/>
            </a:endParaRPr>
          </a:p>
        </p:txBody>
      </p:sp>
      <p:sp>
        <p:nvSpPr>
          <p:cNvPr id="12" name="Rectangle 11"/>
          <p:cNvSpPr>
            <a:spLocks noGrp="1"/>
          </p:cNvSpPr>
          <p:nvPr/>
        </p:nvSpPr>
        <p:spPr>
          <a:xfrm>
            <a:off x="1419225" y="2886075"/>
            <a:ext cx="6381750" cy="561975"/>
          </a:xfrm>
          <a:prstGeom prst="rect">
            <a:avLst/>
          </a:prstGeom>
          <a:noFill/>
          <a:ln w="0">
            <a:noFill/>
            <a:prstDash val="solid"/>
          </a:ln>
        </p:spPr>
        <p:txBody>
          <a:bodyPr anchor="ctr"/>
          <a:lstStyle>
            <a:defPPr algn="l">
              <a:defRPr sz="1725" b="1">
                <a:solidFill>
                  <a:srgbClr val="111111"/>
                </a:solidFill>
                <a:latin typeface="Arial" panose="020B0604020202020204"/>
                <a:ea typeface="Arial" panose="020B0604020202020204"/>
                <a:cs typeface="Arial" panose="020B0604020202020204"/>
              </a:defRPr>
            </a:defPPr>
            <a:lvl1pPr algn="l">
              <a:buNone/>
              <a:defRPr sz="1725" b="1">
                <a:solidFill>
                  <a:srgbClr val="111111"/>
                </a:solidFill>
                <a:latin typeface="Arial" panose="020B0604020202020204"/>
                <a:ea typeface="Arial" panose="020B0604020202020204"/>
                <a:cs typeface="Arial" panose="020B0604020202020204"/>
              </a:defRPr>
            </a:lvl1pPr>
            <a:lvl2pPr algn="l">
              <a:buNone/>
              <a:defRPr sz="1725" b="1">
                <a:solidFill>
                  <a:srgbClr val="111111"/>
                </a:solidFill>
                <a:latin typeface="Arial" panose="020B0604020202020204"/>
                <a:ea typeface="Arial" panose="020B0604020202020204"/>
                <a:cs typeface="Arial" panose="020B0604020202020204"/>
              </a:defRPr>
            </a:lvl2pPr>
            <a:lvl3pPr algn="l">
              <a:buNone/>
              <a:defRPr sz="1725" b="1">
                <a:solidFill>
                  <a:srgbClr val="111111"/>
                </a:solidFill>
                <a:latin typeface="Arial" panose="020B0604020202020204"/>
                <a:ea typeface="Arial" panose="020B0604020202020204"/>
                <a:cs typeface="Arial" panose="020B0604020202020204"/>
              </a:defRPr>
            </a:lvl3pPr>
            <a:lvl4pPr algn="l">
              <a:buNone/>
              <a:defRPr sz="1725" b="1">
                <a:solidFill>
                  <a:srgbClr val="111111"/>
                </a:solidFill>
                <a:latin typeface="Arial" panose="020B0604020202020204"/>
                <a:ea typeface="Arial" panose="020B0604020202020204"/>
                <a:cs typeface="Arial" panose="020B0604020202020204"/>
              </a:defRPr>
            </a:lvl4pPr>
            <a:lvl5pPr algn="l">
              <a:buNone/>
              <a:defRPr sz="1725" b="1">
                <a:solidFill>
                  <a:srgbClr val="111111"/>
                </a:solidFill>
                <a:latin typeface="Arial" panose="020B0604020202020204"/>
                <a:ea typeface="Arial" panose="020B0604020202020204"/>
                <a:cs typeface="Arial" panose="020B0604020202020204"/>
              </a:defRPr>
            </a:lvl5pPr>
            <a:lvl6pPr algn="l">
              <a:buNone/>
              <a:defRPr sz="1725" b="1">
                <a:solidFill>
                  <a:srgbClr val="111111"/>
                </a:solidFill>
                <a:latin typeface="Arial" panose="020B0604020202020204"/>
                <a:ea typeface="Arial" panose="020B0604020202020204"/>
                <a:cs typeface="Arial" panose="020B0604020202020204"/>
              </a:defRPr>
            </a:lvl6pPr>
            <a:lvl7pPr algn="l">
              <a:buNone/>
              <a:defRPr sz="1725" b="1">
                <a:solidFill>
                  <a:srgbClr val="111111"/>
                </a:solidFill>
                <a:latin typeface="Arial" panose="020B0604020202020204"/>
                <a:ea typeface="Arial" panose="020B0604020202020204"/>
                <a:cs typeface="Arial" panose="020B0604020202020204"/>
              </a:defRPr>
            </a:lvl7pPr>
            <a:lvl8pPr algn="l">
              <a:buNone/>
              <a:defRPr sz="1725" b="1">
                <a:solidFill>
                  <a:srgbClr val="111111"/>
                </a:solidFill>
                <a:latin typeface="Arial" panose="020B0604020202020204"/>
                <a:ea typeface="Arial" panose="020B0604020202020204"/>
                <a:cs typeface="Arial" panose="020B0604020202020204"/>
              </a:defRPr>
            </a:lvl8pPr>
            <a:lvl9pPr algn="l">
              <a:buNone/>
              <a:defRPr sz="1725" b="1">
                <a:solidFill>
                  <a:srgbClr val="111111"/>
                </a:solidFill>
                <a:latin typeface="Arial" panose="020B0604020202020204"/>
                <a:ea typeface="Arial" panose="020B0604020202020204"/>
                <a:cs typeface="Arial" panose="020B0604020202020204"/>
              </a:defRPr>
            </a:lvl9pPr>
          </a:lstStyle>
          <a:p>
            <a:pPr algn="l">
              <a:buNone/>
              <a:defRPr sz="1725" b="1">
                <a:solidFill>
                  <a:srgbClr val="111111"/>
                </a:solidFill>
                <a:latin typeface="Arial" panose="020B0604020202020204"/>
                <a:ea typeface="Arial" panose="020B0604020202020204"/>
                <a:cs typeface="Arial" panose="020B0604020202020204"/>
              </a:defRPr>
            </a:pPr>
            <a:r>
              <a:rPr sz="1725" b="1">
                <a:solidFill>
                  <a:srgbClr val="111111"/>
                </a:solidFill>
                <a:latin typeface="Arial" panose="020B0604020202020204"/>
                <a:ea typeface="Arial" panose="020B0604020202020204"/>
                <a:cs typeface="Arial" panose="020B0604020202020204"/>
              </a:rPr>
              <a:t>Hệ tọa độ trong cảm biến</a:t>
            </a:r>
            <a:endParaRPr sz="1725" b="1">
              <a:solidFill>
                <a:srgbClr val="111111"/>
              </a:solidFill>
              <a:latin typeface="Arial" panose="020B0604020202020204"/>
              <a:ea typeface="Arial" panose="020B0604020202020204"/>
              <a:cs typeface="Arial" panose="020B0604020202020204"/>
            </a:endParaRPr>
          </a:p>
        </p:txBody>
      </p:sp>
      <p:sp>
        <p:nvSpPr>
          <p:cNvPr id="13" name="Rectangle 12"/>
          <p:cNvSpPr>
            <a:spLocks noGrp="1"/>
          </p:cNvSpPr>
          <p:nvPr/>
        </p:nvSpPr>
        <p:spPr>
          <a:xfrm>
            <a:off x="7829550" y="2886075"/>
            <a:ext cx="3714750" cy="561975"/>
          </a:xfrm>
          <a:prstGeom prst="rect">
            <a:avLst/>
          </a:prstGeom>
          <a:noFill/>
          <a:ln w="0">
            <a:noFill/>
            <a:prstDash val="solid"/>
          </a:ln>
        </p:spPr>
        <p:txBody>
          <a:bodyPr anchor="ctr"/>
          <a:lstStyle>
            <a:defPPr algn="l">
              <a:defRPr sz="1425" b="0">
                <a:solidFill>
                  <a:srgbClr val="4D4D4D"/>
                </a:solidFill>
                <a:latin typeface="Arial" panose="020B0604020202020204"/>
                <a:ea typeface="Arial" panose="020B0604020202020204"/>
                <a:cs typeface="Arial" panose="020B0604020202020204"/>
              </a:defRPr>
            </a:defPPr>
            <a:lvl1pPr algn="l">
              <a:buNone/>
              <a:defRPr sz="1425" b="0">
                <a:solidFill>
                  <a:srgbClr val="4D4D4D"/>
                </a:solidFill>
                <a:latin typeface="Arial" panose="020B0604020202020204"/>
                <a:ea typeface="Arial" panose="020B0604020202020204"/>
                <a:cs typeface="Arial" panose="020B0604020202020204"/>
              </a:defRPr>
            </a:lvl1pPr>
            <a:lvl2pPr algn="l">
              <a:buNone/>
              <a:defRPr sz="1425" b="0">
                <a:solidFill>
                  <a:srgbClr val="4D4D4D"/>
                </a:solidFill>
                <a:latin typeface="Arial" panose="020B0604020202020204"/>
                <a:ea typeface="Arial" panose="020B0604020202020204"/>
                <a:cs typeface="Arial" panose="020B0604020202020204"/>
              </a:defRPr>
            </a:lvl2pPr>
            <a:lvl3pPr algn="l">
              <a:buNone/>
              <a:defRPr sz="1425" b="0">
                <a:solidFill>
                  <a:srgbClr val="4D4D4D"/>
                </a:solidFill>
                <a:latin typeface="Arial" panose="020B0604020202020204"/>
                <a:ea typeface="Arial" panose="020B0604020202020204"/>
                <a:cs typeface="Arial" panose="020B0604020202020204"/>
              </a:defRPr>
            </a:lvl3pPr>
            <a:lvl4pPr algn="l">
              <a:buNone/>
              <a:defRPr sz="1425" b="0">
                <a:solidFill>
                  <a:srgbClr val="4D4D4D"/>
                </a:solidFill>
                <a:latin typeface="Arial" panose="020B0604020202020204"/>
                <a:ea typeface="Arial" panose="020B0604020202020204"/>
                <a:cs typeface="Arial" panose="020B0604020202020204"/>
              </a:defRPr>
            </a:lvl4pPr>
            <a:lvl5pPr algn="l">
              <a:buNone/>
              <a:defRPr sz="1425" b="0">
                <a:solidFill>
                  <a:srgbClr val="4D4D4D"/>
                </a:solidFill>
                <a:latin typeface="Arial" panose="020B0604020202020204"/>
                <a:ea typeface="Arial" panose="020B0604020202020204"/>
                <a:cs typeface="Arial" panose="020B0604020202020204"/>
              </a:defRPr>
            </a:lvl5pPr>
            <a:lvl6pPr algn="l">
              <a:buNone/>
              <a:defRPr sz="1425" b="0">
                <a:solidFill>
                  <a:srgbClr val="4D4D4D"/>
                </a:solidFill>
                <a:latin typeface="Arial" panose="020B0604020202020204"/>
                <a:ea typeface="Arial" panose="020B0604020202020204"/>
                <a:cs typeface="Arial" panose="020B0604020202020204"/>
              </a:defRPr>
            </a:lvl6pPr>
            <a:lvl7pPr algn="l">
              <a:buNone/>
              <a:defRPr sz="1425" b="0">
                <a:solidFill>
                  <a:srgbClr val="4D4D4D"/>
                </a:solidFill>
                <a:latin typeface="Arial" panose="020B0604020202020204"/>
                <a:ea typeface="Arial" panose="020B0604020202020204"/>
                <a:cs typeface="Arial" panose="020B0604020202020204"/>
              </a:defRPr>
            </a:lvl7pPr>
            <a:lvl8pPr algn="l">
              <a:buNone/>
              <a:defRPr sz="1425" b="0">
                <a:solidFill>
                  <a:srgbClr val="4D4D4D"/>
                </a:solidFill>
                <a:latin typeface="Arial" panose="020B0604020202020204"/>
                <a:ea typeface="Arial" panose="020B0604020202020204"/>
                <a:cs typeface="Arial" panose="020B0604020202020204"/>
              </a:defRPr>
            </a:lvl8pPr>
            <a:lvl9pPr algn="l">
              <a:buNone/>
              <a:defRPr sz="1425" b="0">
                <a:solidFill>
                  <a:srgbClr val="4D4D4D"/>
                </a:solidFill>
                <a:latin typeface="Arial" panose="020B0604020202020204"/>
                <a:ea typeface="Arial" panose="020B0604020202020204"/>
                <a:cs typeface="Arial" panose="020B0604020202020204"/>
              </a:defRPr>
            </a:lvl9pPr>
          </a:lstStyle>
          <a:p>
            <a:pPr algn="l">
              <a:buNone/>
              <a:defRPr sz="1425" b="0">
                <a:solidFill>
                  <a:srgbClr val="4D4D4D"/>
                </a:solidFill>
                <a:latin typeface="Arial" panose="020B0604020202020204"/>
                <a:ea typeface="Arial" panose="020B0604020202020204"/>
                <a:cs typeface="Arial" panose="020B0604020202020204"/>
              </a:defRPr>
            </a:pPr>
            <a:r>
              <a:rPr sz="1425" b="0">
                <a:solidFill>
                  <a:srgbClr val="4D4D4D"/>
                </a:solidFill>
                <a:latin typeface="Arial" panose="020B0604020202020204"/>
                <a:ea typeface="Arial" panose="020B0604020202020204"/>
                <a:cs typeface="Arial" panose="020B0604020202020204"/>
              </a:rPr>
              <a:t>Trục X/Y/Z và đơn vị của số đo</a:t>
            </a:r>
            <a:endParaRPr sz="1425" b="0">
              <a:solidFill>
                <a:srgbClr val="4D4D4D"/>
              </a:solidFill>
              <a:latin typeface="Arial" panose="020B0604020202020204"/>
              <a:ea typeface="Arial" panose="020B0604020202020204"/>
              <a:cs typeface="Arial" panose="020B0604020202020204"/>
            </a:endParaRPr>
          </a:p>
        </p:txBody>
      </p:sp>
      <p:sp>
        <p:nvSpPr>
          <p:cNvPr id="14" name="Straight Connector 13"/>
          <p:cNvSpPr>
            <a:spLocks noGrp="1"/>
          </p:cNvSpPr>
          <p:nvPr/>
        </p:nvSpPr>
        <p:spPr>
          <a:xfrm>
            <a:off x="533400" y="3543300"/>
            <a:ext cx="11134725" cy="0"/>
          </a:xfrm>
          <a:prstGeom prst="line">
            <a:avLst/>
          </a:prstGeom>
          <a:ln w="9525">
            <a:solidFill>
              <a:srgbClr val="C9C9C9"/>
            </a:solidFill>
            <a:prstDash val="solid"/>
          </a:ln>
        </p:spPr>
      </p:sp>
      <p:sp>
        <p:nvSpPr>
          <p:cNvPr id="15" name="Rectangle 14"/>
          <p:cNvSpPr>
            <a:spLocks noGrp="1"/>
          </p:cNvSpPr>
          <p:nvPr/>
        </p:nvSpPr>
        <p:spPr>
          <a:xfrm>
            <a:off x="581025" y="3724275"/>
            <a:ext cx="704850" cy="561975"/>
          </a:xfrm>
          <a:prstGeom prst="rect">
            <a:avLst/>
          </a:prstGeom>
          <a:noFill/>
          <a:ln w="0">
            <a:noFill/>
            <a:prstDash val="solid"/>
          </a:ln>
        </p:spPr>
        <p:txBody>
          <a:bodyPr anchor="ctr"/>
          <a:lstStyle>
            <a:defPPr algn="l">
              <a:defRPr sz="2025" b="1">
                <a:solidFill>
                  <a:srgbClr val="F20D0D"/>
                </a:solidFill>
                <a:latin typeface="Arial" panose="020B0604020202020204"/>
                <a:ea typeface="Arial" panose="020B0604020202020204"/>
                <a:cs typeface="Arial" panose="020B0604020202020204"/>
              </a:defRPr>
            </a:defPPr>
            <a:lvl1pPr algn="l">
              <a:buNone/>
              <a:defRPr sz="2025" b="1">
                <a:solidFill>
                  <a:srgbClr val="F20D0D"/>
                </a:solidFill>
                <a:latin typeface="Arial" panose="020B0604020202020204"/>
                <a:ea typeface="Arial" panose="020B0604020202020204"/>
                <a:cs typeface="Arial" panose="020B0604020202020204"/>
              </a:defRPr>
            </a:lvl1pPr>
            <a:lvl2pPr algn="l">
              <a:buNone/>
              <a:defRPr sz="2025" b="1">
                <a:solidFill>
                  <a:srgbClr val="F20D0D"/>
                </a:solidFill>
                <a:latin typeface="Arial" panose="020B0604020202020204"/>
                <a:ea typeface="Arial" panose="020B0604020202020204"/>
                <a:cs typeface="Arial" panose="020B0604020202020204"/>
              </a:defRPr>
            </a:lvl2pPr>
            <a:lvl3pPr algn="l">
              <a:buNone/>
              <a:defRPr sz="2025" b="1">
                <a:solidFill>
                  <a:srgbClr val="F20D0D"/>
                </a:solidFill>
                <a:latin typeface="Arial" panose="020B0604020202020204"/>
                <a:ea typeface="Arial" panose="020B0604020202020204"/>
                <a:cs typeface="Arial" panose="020B0604020202020204"/>
              </a:defRPr>
            </a:lvl3pPr>
            <a:lvl4pPr algn="l">
              <a:buNone/>
              <a:defRPr sz="2025" b="1">
                <a:solidFill>
                  <a:srgbClr val="F20D0D"/>
                </a:solidFill>
                <a:latin typeface="Arial" panose="020B0604020202020204"/>
                <a:ea typeface="Arial" panose="020B0604020202020204"/>
                <a:cs typeface="Arial" panose="020B0604020202020204"/>
              </a:defRPr>
            </a:lvl4pPr>
            <a:lvl5pPr algn="l">
              <a:buNone/>
              <a:defRPr sz="2025" b="1">
                <a:solidFill>
                  <a:srgbClr val="F20D0D"/>
                </a:solidFill>
                <a:latin typeface="Arial" panose="020B0604020202020204"/>
                <a:ea typeface="Arial" panose="020B0604020202020204"/>
                <a:cs typeface="Arial" panose="020B0604020202020204"/>
              </a:defRPr>
            </a:lvl5pPr>
            <a:lvl6pPr algn="l">
              <a:buNone/>
              <a:defRPr sz="2025" b="1">
                <a:solidFill>
                  <a:srgbClr val="F20D0D"/>
                </a:solidFill>
                <a:latin typeface="Arial" panose="020B0604020202020204"/>
                <a:ea typeface="Arial" panose="020B0604020202020204"/>
                <a:cs typeface="Arial" panose="020B0604020202020204"/>
              </a:defRPr>
            </a:lvl6pPr>
            <a:lvl7pPr algn="l">
              <a:buNone/>
              <a:defRPr sz="2025" b="1">
                <a:solidFill>
                  <a:srgbClr val="F20D0D"/>
                </a:solidFill>
                <a:latin typeface="Arial" panose="020B0604020202020204"/>
                <a:ea typeface="Arial" panose="020B0604020202020204"/>
                <a:cs typeface="Arial" panose="020B0604020202020204"/>
              </a:defRPr>
            </a:lvl7pPr>
            <a:lvl8pPr algn="l">
              <a:buNone/>
              <a:defRPr sz="2025" b="1">
                <a:solidFill>
                  <a:srgbClr val="F20D0D"/>
                </a:solidFill>
                <a:latin typeface="Arial" panose="020B0604020202020204"/>
                <a:ea typeface="Arial" panose="020B0604020202020204"/>
                <a:cs typeface="Arial" panose="020B0604020202020204"/>
              </a:defRPr>
            </a:lvl8pPr>
            <a:lvl9pPr algn="l">
              <a:buNone/>
              <a:defRPr sz="2025" b="1">
                <a:solidFill>
                  <a:srgbClr val="F20D0D"/>
                </a:solidFill>
                <a:latin typeface="Arial" panose="020B0604020202020204"/>
                <a:ea typeface="Arial" panose="020B0604020202020204"/>
                <a:cs typeface="Arial" panose="020B0604020202020204"/>
              </a:defRPr>
            </a:lvl9pPr>
          </a:lstStyle>
          <a:p>
            <a:pPr algn="l">
              <a:buNone/>
              <a:defRPr sz="2025" b="1">
                <a:solidFill>
                  <a:srgbClr val="F20D0D"/>
                </a:solidFill>
                <a:latin typeface="Arial" panose="020B0604020202020204"/>
                <a:ea typeface="Arial" panose="020B0604020202020204"/>
                <a:cs typeface="Arial" panose="020B0604020202020204"/>
              </a:defRPr>
            </a:pPr>
            <a:r>
              <a:rPr sz="2025" b="1">
                <a:solidFill>
                  <a:srgbClr val="F20D0D"/>
                </a:solidFill>
                <a:latin typeface="Arial" panose="020B0604020202020204"/>
                <a:ea typeface="Arial" panose="020B0604020202020204"/>
                <a:cs typeface="Arial" panose="020B0604020202020204"/>
              </a:rPr>
              <a:t>04</a:t>
            </a:r>
            <a:endParaRPr sz="2025" b="1">
              <a:solidFill>
                <a:srgbClr val="F20D0D"/>
              </a:solidFill>
              <a:latin typeface="Arial" panose="020B0604020202020204"/>
              <a:ea typeface="Arial" panose="020B0604020202020204"/>
              <a:cs typeface="Arial" panose="020B0604020202020204"/>
            </a:endParaRPr>
          </a:p>
        </p:txBody>
      </p:sp>
      <p:sp>
        <p:nvSpPr>
          <p:cNvPr id="16" name="Rectangle 15"/>
          <p:cNvSpPr>
            <a:spLocks noGrp="1"/>
          </p:cNvSpPr>
          <p:nvPr/>
        </p:nvSpPr>
        <p:spPr>
          <a:xfrm>
            <a:off x="1419225" y="3724275"/>
            <a:ext cx="6381750" cy="561975"/>
          </a:xfrm>
          <a:prstGeom prst="rect">
            <a:avLst/>
          </a:prstGeom>
          <a:noFill/>
          <a:ln w="0">
            <a:noFill/>
            <a:prstDash val="solid"/>
          </a:ln>
        </p:spPr>
        <p:txBody>
          <a:bodyPr anchor="ctr"/>
          <a:lstStyle>
            <a:defPPr algn="l">
              <a:defRPr sz="1725" b="1">
                <a:solidFill>
                  <a:srgbClr val="111111"/>
                </a:solidFill>
                <a:latin typeface="Arial" panose="020B0604020202020204"/>
                <a:ea typeface="Arial" panose="020B0604020202020204"/>
                <a:cs typeface="Arial" panose="020B0604020202020204"/>
              </a:defRPr>
            </a:defPPr>
            <a:lvl1pPr algn="l">
              <a:buNone/>
              <a:defRPr sz="1725" b="1">
                <a:solidFill>
                  <a:srgbClr val="111111"/>
                </a:solidFill>
                <a:latin typeface="Arial" panose="020B0604020202020204"/>
                <a:ea typeface="Arial" panose="020B0604020202020204"/>
                <a:cs typeface="Arial" panose="020B0604020202020204"/>
              </a:defRPr>
            </a:lvl1pPr>
            <a:lvl2pPr algn="l">
              <a:buNone/>
              <a:defRPr sz="1725" b="1">
                <a:solidFill>
                  <a:srgbClr val="111111"/>
                </a:solidFill>
                <a:latin typeface="Arial" panose="020B0604020202020204"/>
                <a:ea typeface="Arial" panose="020B0604020202020204"/>
                <a:cs typeface="Arial" panose="020B0604020202020204"/>
              </a:defRPr>
            </a:lvl2pPr>
            <a:lvl3pPr algn="l">
              <a:buNone/>
              <a:defRPr sz="1725" b="1">
                <a:solidFill>
                  <a:srgbClr val="111111"/>
                </a:solidFill>
                <a:latin typeface="Arial" panose="020B0604020202020204"/>
                <a:ea typeface="Arial" panose="020B0604020202020204"/>
                <a:cs typeface="Arial" panose="020B0604020202020204"/>
              </a:defRPr>
            </a:lvl3pPr>
            <a:lvl4pPr algn="l">
              <a:buNone/>
              <a:defRPr sz="1725" b="1">
                <a:solidFill>
                  <a:srgbClr val="111111"/>
                </a:solidFill>
                <a:latin typeface="Arial" panose="020B0604020202020204"/>
                <a:ea typeface="Arial" panose="020B0604020202020204"/>
                <a:cs typeface="Arial" panose="020B0604020202020204"/>
              </a:defRPr>
            </a:lvl4pPr>
            <a:lvl5pPr algn="l">
              <a:buNone/>
              <a:defRPr sz="1725" b="1">
                <a:solidFill>
                  <a:srgbClr val="111111"/>
                </a:solidFill>
                <a:latin typeface="Arial" panose="020B0604020202020204"/>
                <a:ea typeface="Arial" panose="020B0604020202020204"/>
                <a:cs typeface="Arial" panose="020B0604020202020204"/>
              </a:defRPr>
            </a:lvl5pPr>
            <a:lvl6pPr algn="l">
              <a:buNone/>
              <a:defRPr sz="1725" b="1">
                <a:solidFill>
                  <a:srgbClr val="111111"/>
                </a:solidFill>
                <a:latin typeface="Arial" panose="020B0604020202020204"/>
                <a:ea typeface="Arial" panose="020B0604020202020204"/>
                <a:cs typeface="Arial" panose="020B0604020202020204"/>
              </a:defRPr>
            </a:lvl6pPr>
            <a:lvl7pPr algn="l">
              <a:buNone/>
              <a:defRPr sz="1725" b="1">
                <a:solidFill>
                  <a:srgbClr val="111111"/>
                </a:solidFill>
                <a:latin typeface="Arial" panose="020B0604020202020204"/>
                <a:ea typeface="Arial" panose="020B0604020202020204"/>
                <a:cs typeface="Arial" panose="020B0604020202020204"/>
              </a:defRPr>
            </a:lvl7pPr>
            <a:lvl8pPr algn="l">
              <a:buNone/>
              <a:defRPr sz="1725" b="1">
                <a:solidFill>
                  <a:srgbClr val="111111"/>
                </a:solidFill>
                <a:latin typeface="Arial" panose="020B0604020202020204"/>
                <a:ea typeface="Arial" panose="020B0604020202020204"/>
                <a:cs typeface="Arial" panose="020B0604020202020204"/>
              </a:defRPr>
            </a:lvl8pPr>
            <a:lvl9pPr algn="l">
              <a:buNone/>
              <a:defRPr sz="1725" b="1">
                <a:solidFill>
                  <a:srgbClr val="111111"/>
                </a:solidFill>
                <a:latin typeface="Arial" panose="020B0604020202020204"/>
                <a:ea typeface="Arial" panose="020B0604020202020204"/>
                <a:cs typeface="Arial" panose="020B0604020202020204"/>
              </a:defRPr>
            </a:lvl9pPr>
          </a:lstStyle>
          <a:p>
            <a:pPr algn="l">
              <a:buNone/>
              <a:defRPr sz="1725" b="1">
                <a:solidFill>
                  <a:srgbClr val="111111"/>
                </a:solidFill>
                <a:latin typeface="Arial" panose="020B0604020202020204"/>
                <a:ea typeface="Arial" panose="020B0604020202020204"/>
                <a:cs typeface="Arial" panose="020B0604020202020204"/>
              </a:defRPr>
            </a:pPr>
            <a:r>
              <a:rPr sz="1725" b="1">
                <a:solidFill>
                  <a:srgbClr val="111111"/>
                </a:solidFill>
                <a:latin typeface="Arial" panose="020B0604020202020204"/>
                <a:ea typeface="Arial" panose="020B0604020202020204"/>
                <a:cs typeface="Arial" panose="020B0604020202020204"/>
              </a:rPr>
              <a:t>Cảm biến chuyển động trong Android</a:t>
            </a:r>
            <a:endParaRPr sz="1725" b="1">
              <a:solidFill>
                <a:srgbClr val="111111"/>
              </a:solidFill>
              <a:latin typeface="Arial" panose="020B0604020202020204"/>
              <a:ea typeface="Arial" panose="020B0604020202020204"/>
              <a:cs typeface="Arial" panose="020B0604020202020204"/>
            </a:endParaRPr>
          </a:p>
        </p:txBody>
      </p:sp>
      <p:sp>
        <p:nvSpPr>
          <p:cNvPr id="17" name="Rectangle 16"/>
          <p:cNvSpPr>
            <a:spLocks noGrp="1"/>
          </p:cNvSpPr>
          <p:nvPr/>
        </p:nvSpPr>
        <p:spPr>
          <a:xfrm>
            <a:off x="7829550" y="3724275"/>
            <a:ext cx="3714750" cy="561975"/>
          </a:xfrm>
          <a:prstGeom prst="rect">
            <a:avLst/>
          </a:prstGeom>
          <a:noFill/>
          <a:ln w="0">
            <a:noFill/>
            <a:prstDash val="solid"/>
          </a:ln>
        </p:spPr>
        <p:txBody>
          <a:bodyPr anchor="ctr"/>
          <a:lstStyle>
            <a:defPPr algn="l">
              <a:defRPr sz="1425" b="0">
                <a:solidFill>
                  <a:srgbClr val="4D4D4D"/>
                </a:solidFill>
                <a:latin typeface="Arial" panose="020B0604020202020204"/>
                <a:ea typeface="Arial" panose="020B0604020202020204"/>
                <a:cs typeface="Arial" panose="020B0604020202020204"/>
              </a:defRPr>
            </a:defPPr>
            <a:lvl1pPr algn="l">
              <a:buNone/>
              <a:defRPr sz="1425" b="0">
                <a:solidFill>
                  <a:srgbClr val="4D4D4D"/>
                </a:solidFill>
                <a:latin typeface="Arial" panose="020B0604020202020204"/>
                <a:ea typeface="Arial" panose="020B0604020202020204"/>
                <a:cs typeface="Arial" panose="020B0604020202020204"/>
              </a:defRPr>
            </a:lvl1pPr>
            <a:lvl2pPr algn="l">
              <a:buNone/>
              <a:defRPr sz="1425" b="0">
                <a:solidFill>
                  <a:srgbClr val="4D4D4D"/>
                </a:solidFill>
                <a:latin typeface="Arial" panose="020B0604020202020204"/>
                <a:ea typeface="Arial" panose="020B0604020202020204"/>
                <a:cs typeface="Arial" panose="020B0604020202020204"/>
              </a:defRPr>
            </a:lvl2pPr>
            <a:lvl3pPr algn="l">
              <a:buNone/>
              <a:defRPr sz="1425" b="0">
                <a:solidFill>
                  <a:srgbClr val="4D4D4D"/>
                </a:solidFill>
                <a:latin typeface="Arial" panose="020B0604020202020204"/>
                <a:ea typeface="Arial" panose="020B0604020202020204"/>
                <a:cs typeface="Arial" panose="020B0604020202020204"/>
              </a:defRPr>
            </a:lvl3pPr>
            <a:lvl4pPr algn="l">
              <a:buNone/>
              <a:defRPr sz="1425" b="0">
                <a:solidFill>
                  <a:srgbClr val="4D4D4D"/>
                </a:solidFill>
                <a:latin typeface="Arial" panose="020B0604020202020204"/>
                <a:ea typeface="Arial" panose="020B0604020202020204"/>
                <a:cs typeface="Arial" panose="020B0604020202020204"/>
              </a:defRPr>
            </a:lvl4pPr>
            <a:lvl5pPr algn="l">
              <a:buNone/>
              <a:defRPr sz="1425" b="0">
                <a:solidFill>
                  <a:srgbClr val="4D4D4D"/>
                </a:solidFill>
                <a:latin typeface="Arial" panose="020B0604020202020204"/>
                <a:ea typeface="Arial" panose="020B0604020202020204"/>
                <a:cs typeface="Arial" panose="020B0604020202020204"/>
              </a:defRPr>
            </a:lvl5pPr>
            <a:lvl6pPr algn="l">
              <a:buNone/>
              <a:defRPr sz="1425" b="0">
                <a:solidFill>
                  <a:srgbClr val="4D4D4D"/>
                </a:solidFill>
                <a:latin typeface="Arial" panose="020B0604020202020204"/>
                <a:ea typeface="Arial" panose="020B0604020202020204"/>
                <a:cs typeface="Arial" panose="020B0604020202020204"/>
              </a:defRPr>
            </a:lvl6pPr>
            <a:lvl7pPr algn="l">
              <a:buNone/>
              <a:defRPr sz="1425" b="0">
                <a:solidFill>
                  <a:srgbClr val="4D4D4D"/>
                </a:solidFill>
                <a:latin typeface="Arial" panose="020B0604020202020204"/>
                <a:ea typeface="Arial" panose="020B0604020202020204"/>
                <a:cs typeface="Arial" panose="020B0604020202020204"/>
              </a:defRPr>
            </a:lvl7pPr>
            <a:lvl8pPr algn="l">
              <a:buNone/>
              <a:defRPr sz="1425" b="0">
                <a:solidFill>
                  <a:srgbClr val="4D4D4D"/>
                </a:solidFill>
                <a:latin typeface="Arial" panose="020B0604020202020204"/>
                <a:ea typeface="Arial" panose="020B0604020202020204"/>
                <a:cs typeface="Arial" panose="020B0604020202020204"/>
              </a:defRPr>
            </a:lvl8pPr>
            <a:lvl9pPr algn="l">
              <a:buNone/>
              <a:defRPr sz="1425" b="0">
                <a:solidFill>
                  <a:srgbClr val="4D4D4D"/>
                </a:solidFill>
                <a:latin typeface="Arial" panose="020B0604020202020204"/>
                <a:ea typeface="Arial" panose="020B0604020202020204"/>
                <a:cs typeface="Arial" panose="020B0604020202020204"/>
              </a:defRPr>
            </a:lvl9pPr>
          </a:lstStyle>
          <a:p>
            <a:pPr algn="l">
              <a:buNone/>
              <a:defRPr sz="1425" b="0">
                <a:solidFill>
                  <a:srgbClr val="4D4D4D"/>
                </a:solidFill>
                <a:latin typeface="Arial" panose="020B0604020202020204"/>
                <a:ea typeface="Arial" panose="020B0604020202020204"/>
                <a:cs typeface="Arial" panose="020B0604020202020204"/>
              </a:defRPr>
            </a:pPr>
            <a:r>
              <a:rPr sz="1425" b="0">
                <a:solidFill>
                  <a:srgbClr val="4D4D4D"/>
                </a:solidFill>
                <a:latin typeface="Arial" panose="020B0604020202020204"/>
                <a:ea typeface="Arial" panose="020B0604020202020204"/>
                <a:cs typeface="Arial" panose="020B0604020202020204"/>
              </a:rPr>
              <a:t>Accelerometer, Gyroscope và xử lý tín hiệu</a:t>
            </a:r>
            <a:endParaRPr sz="1425" b="0">
              <a:solidFill>
                <a:srgbClr val="4D4D4D"/>
              </a:solidFill>
              <a:latin typeface="Arial" panose="020B0604020202020204"/>
              <a:ea typeface="Arial" panose="020B0604020202020204"/>
              <a:cs typeface="Arial" panose="020B0604020202020204"/>
            </a:endParaRPr>
          </a:p>
        </p:txBody>
      </p:sp>
      <p:sp>
        <p:nvSpPr>
          <p:cNvPr id="18" name="Straight Connector 17"/>
          <p:cNvSpPr>
            <a:spLocks noGrp="1"/>
          </p:cNvSpPr>
          <p:nvPr/>
        </p:nvSpPr>
        <p:spPr>
          <a:xfrm>
            <a:off x="533400" y="4381500"/>
            <a:ext cx="11134725" cy="0"/>
          </a:xfrm>
          <a:prstGeom prst="line">
            <a:avLst/>
          </a:prstGeom>
          <a:ln w="9525">
            <a:solidFill>
              <a:srgbClr val="C9C9C9"/>
            </a:solidFill>
            <a:prstDash val="solid"/>
          </a:ln>
        </p:spPr>
      </p:sp>
      <p:sp>
        <p:nvSpPr>
          <p:cNvPr id="19" name="Rectangle 18"/>
          <p:cNvSpPr>
            <a:spLocks noGrp="1"/>
          </p:cNvSpPr>
          <p:nvPr/>
        </p:nvSpPr>
        <p:spPr>
          <a:xfrm>
            <a:off x="581025" y="4562475"/>
            <a:ext cx="704850" cy="561975"/>
          </a:xfrm>
          <a:prstGeom prst="rect">
            <a:avLst/>
          </a:prstGeom>
          <a:noFill/>
          <a:ln w="0">
            <a:noFill/>
            <a:prstDash val="solid"/>
          </a:ln>
        </p:spPr>
        <p:txBody>
          <a:bodyPr anchor="ctr"/>
          <a:lstStyle>
            <a:defPPr algn="l">
              <a:defRPr sz="2025" b="1">
                <a:solidFill>
                  <a:srgbClr val="F20D0D"/>
                </a:solidFill>
                <a:latin typeface="Arial" panose="020B0604020202020204"/>
                <a:ea typeface="Arial" panose="020B0604020202020204"/>
                <a:cs typeface="Arial" panose="020B0604020202020204"/>
              </a:defRPr>
            </a:defPPr>
            <a:lvl1pPr algn="l">
              <a:buNone/>
              <a:defRPr sz="2025" b="1">
                <a:solidFill>
                  <a:srgbClr val="F20D0D"/>
                </a:solidFill>
                <a:latin typeface="Arial" panose="020B0604020202020204"/>
                <a:ea typeface="Arial" panose="020B0604020202020204"/>
                <a:cs typeface="Arial" panose="020B0604020202020204"/>
              </a:defRPr>
            </a:lvl1pPr>
            <a:lvl2pPr algn="l">
              <a:buNone/>
              <a:defRPr sz="2025" b="1">
                <a:solidFill>
                  <a:srgbClr val="F20D0D"/>
                </a:solidFill>
                <a:latin typeface="Arial" panose="020B0604020202020204"/>
                <a:ea typeface="Arial" panose="020B0604020202020204"/>
                <a:cs typeface="Arial" panose="020B0604020202020204"/>
              </a:defRPr>
            </a:lvl2pPr>
            <a:lvl3pPr algn="l">
              <a:buNone/>
              <a:defRPr sz="2025" b="1">
                <a:solidFill>
                  <a:srgbClr val="F20D0D"/>
                </a:solidFill>
                <a:latin typeface="Arial" panose="020B0604020202020204"/>
                <a:ea typeface="Arial" panose="020B0604020202020204"/>
                <a:cs typeface="Arial" panose="020B0604020202020204"/>
              </a:defRPr>
            </a:lvl3pPr>
            <a:lvl4pPr algn="l">
              <a:buNone/>
              <a:defRPr sz="2025" b="1">
                <a:solidFill>
                  <a:srgbClr val="F20D0D"/>
                </a:solidFill>
                <a:latin typeface="Arial" panose="020B0604020202020204"/>
                <a:ea typeface="Arial" panose="020B0604020202020204"/>
                <a:cs typeface="Arial" panose="020B0604020202020204"/>
              </a:defRPr>
            </a:lvl4pPr>
            <a:lvl5pPr algn="l">
              <a:buNone/>
              <a:defRPr sz="2025" b="1">
                <a:solidFill>
                  <a:srgbClr val="F20D0D"/>
                </a:solidFill>
                <a:latin typeface="Arial" panose="020B0604020202020204"/>
                <a:ea typeface="Arial" panose="020B0604020202020204"/>
                <a:cs typeface="Arial" panose="020B0604020202020204"/>
              </a:defRPr>
            </a:lvl5pPr>
            <a:lvl6pPr algn="l">
              <a:buNone/>
              <a:defRPr sz="2025" b="1">
                <a:solidFill>
                  <a:srgbClr val="F20D0D"/>
                </a:solidFill>
                <a:latin typeface="Arial" panose="020B0604020202020204"/>
                <a:ea typeface="Arial" panose="020B0604020202020204"/>
                <a:cs typeface="Arial" panose="020B0604020202020204"/>
              </a:defRPr>
            </a:lvl6pPr>
            <a:lvl7pPr algn="l">
              <a:buNone/>
              <a:defRPr sz="2025" b="1">
                <a:solidFill>
                  <a:srgbClr val="F20D0D"/>
                </a:solidFill>
                <a:latin typeface="Arial" panose="020B0604020202020204"/>
                <a:ea typeface="Arial" panose="020B0604020202020204"/>
                <a:cs typeface="Arial" panose="020B0604020202020204"/>
              </a:defRPr>
            </a:lvl7pPr>
            <a:lvl8pPr algn="l">
              <a:buNone/>
              <a:defRPr sz="2025" b="1">
                <a:solidFill>
                  <a:srgbClr val="F20D0D"/>
                </a:solidFill>
                <a:latin typeface="Arial" panose="020B0604020202020204"/>
                <a:ea typeface="Arial" panose="020B0604020202020204"/>
                <a:cs typeface="Arial" panose="020B0604020202020204"/>
              </a:defRPr>
            </a:lvl8pPr>
            <a:lvl9pPr algn="l">
              <a:buNone/>
              <a:defRPr sz="2025" b="1">
                <a:solidFill>
                  <a:srgbClr val="F20D0D"/>
                </a:solidFill>
                <a:latin typeface="Arial" panose="020B0604020202020204"/>
                <a:ea typeface="Arial" panose="020B0604020202020204"/>
                <a:cs typeface="Arial" panose="020B0604020202020204"/>
              </a:defRPr>
            </a:lvl9pPr>
          </a:lstStyle>
          <a:p>
            <a:pPr algn="l">
              <a:buNone/>
              <a:defRPr sz="2025" b="1">
                <a:solidFill>
                  <a:srgbClr val="F20D0D"/>
                </a:solidFill>
                <a:latin typeface="Arial" panose="020B0604020202020204"/>
                <a:ea typeface="Arial" panose="020B0604020202020204"/>
                <a:cs typeface="Arial" panose="020B0604020202020204"/>
              </a:defRPr>
            </a:pPr>
            <a:r>
              <a:rPr sz="2025" b="1">
                <a:solidFill>
                  <a:srgbClr val="F20D0D"/>
                </a:solidFill>
                <a:latin typeface="Arial" panose="020B0604020202020204"/>
                <a:ea typeface="Arial" panose="020B0604020202020204"/>
                <a:cs typeface="Arial" panose="020B0604020202020204"/>
              </a:rPr>
              <a:t>05</a:t>
            </a:r>
            <a:endParaRPr sz="2025" b="1">
              <a:solidFill>
                <a:srgbClr val="F20D0D"/>
              </a:solidFill>
              <a:latin typeface="Arial" panose="020B0604020202020204"/>
              <a:ea typeface="Arial" panose="020B0604020202020204"/>
              <a:cs typeface="Arial" panose="020B0604020202020204"/>
            </a:endParaRPr>
          </a:p>
        </p:txBody>
      </p:sp>
      <p:sp>
        <p:nvSpPr>
          <p:cNvPr id="20" name="Rectangle 19"/>
          <p:cNvSpPr>
            <a:spLocks noGrp="1"/>
          </p:cNvSpPr>
          <p:nvPr/>
        </p:nvSpPr>
        <p:spPr>
          <a:xfrm>
            <a:off x="1419225" y="4562475"/>
            <a:ext cx="6381750" cy="561975"/>
          </a:xfrm>
          <a:prstGeom prst="rect">
            <a:avLst/>
          </a:prstGeom>
          <a:noFill/>
          <a:ln w="0">
            <a:noFill/>
            <a:prstDash val="solid"/>
          </a:ln>
        </p:spPr>
        <p:txBody>
          <a:bodyPr anchor="ctr"/>
          <a:lstStyle>
            <a:defPPr algn="l">
              <a:defRPr sz="1725" b="1">
                <a:solidFill>
                  <a:srgbClr val="111111"/>
                </a:solidFill>
                <a:latin typeface="Arial" panose="020B0604020202020204"/>
                <a:ea typeface="Arial" panose="020B0604020202020204"/>
                <a:cs typeface="Arial" panose="020B0604020202020204"/>
              </a:defRPr>
            </a:defPPr>
            <a:lvl1pPr algn="l">
              <a:buNone/>
              <a:defRPr sz="1725" b="1">
                <a:solidFill>
                  <a:srgbClr val="111111"/>
                </a:solidFill>
                <a:latin typeface="Arial" panose="020B0604020202020204"/>
                <a:ea typeface="Arial" panose="020B0604020202020204"/>
                <a:cs typeface="Arial" panose="020B0604020202020204"/>
              </a:defRPr>
            </a:lvl1pPr>
            <a:lvl2pPr algn="l">
              <a:buNone/>
              <a:defRPr sz="1725" b="1">
                <a:solidFill>
                  <a:srgbClr val="111111"/>
                </a:solidFill>
                <a:latin typeface="Arial" panose="020B0604020202020204"/>
                <a:ea typeface="Arial" panose="020B0604020202020204"/>
                <a:cs typeface="Arial" panose="020B0604020202020204"/>
              </a:defRPr>
            </a:lvl2pPr>
            <a:lvl3pPr algn="l">
              <a:buNone/>
              <a:defRPr sz="1725" b="1">
                <a:solidFill>
                  <a:srgbClr val="111111"/>
                </a:solidFill>
                <a:latin typeface="Arial" panose="020B0604020202020204"/>
                <a:ea typeface="Arial" panose="020B0604020202020204"/>
                <a:cs typeface="Arial" panose="020B0604020202020204"/>
              </a:defRPr>
            </a:lvl3pPr>
            <a:lvl4pPr algn="l">
              <a:buNone/>
              <a:defRPr sz="1725" b="1">
                <a:solidFill>
                  <a:srgbClr val="111111"/>
                </a:solidFill>
                <a:latin typeface="Arial" panose="020B0604020202020204"/>
                <a:ea typeface="Arial" panose="020B0604020202020204"/>
                <a:cs typeface="Arial" panose="020B0604020202020204"/>
              </a:defRPr>
            </a:lvl4pPr>
            <a:lvl5pPr algn="l">
              <a:buNone/>
              <a:defRPr sz="1725" b="1">
                <a:solidFill>
                  <a:srgbClr val="111111"/>
                </a:solidFill>
                <a:latin typeface="Arial" panose="020B0604020202020204"/>
                <a:ea typeface="Arial" panose="020B0604020202020204"/>
                <a:cs typeface="Arial" panose="020B0604020202020204"/>
              </a:defRPr>
            </a:lvl5pPr>
            <a:lvl6pPr algn="l">
              <a:buNone/>
              <a:defRPr sz="1725" b="1">
                <a:solidFill>
                  <a:srgbClr val="111111"/>
                </a:solidFill>
                <a:latin typeface="Arial" panose="020B0604020202020204"/>
                <a:ea typeface="Arial" panose="020B0604020202020204"/>
                <a:cs typeface="Arial" panose="020B0604020202020204"/>
              </a:defRPr>
            </a:lvl6pPr>
            <a:lvl7pPr algn="l">
              <a:buNone/>
              <a:defRPr sz="1725" b="1">
                <a:solidFill>
                  <a:srgbClr val="111111"/>
                </a:solidFill>
                <a:latin typeface="Arial" panose="020B0604020202020204"/>
                <a:ea typeface="Arial" panose="020B0604020202020204"/>
                <a:cs typeface="Arial" panose="020B0604020202020204"/>
              </a:defRPr>
            </a:lvl7pPr>
            <a:lvl8pPr algn="l">
              <a:buNone/>
              <a:defRPr sz="1725" b="1">
                <a:solidFill>
                  <a:srgbClr val="111111"/>
                </a:solidFill>
                <a:latin typeface="Arial" panose="020B0604020202020204"/>
                <a:ea typeface="Arial" panose="020B0604020202020204"/>
                <a:cs typeface="Arial" panose="020B0604020202020204"/>
              </a:defRPr>
            </a:lvl8pPr>
            <a:lvl9pPr algn="l">
              <a:buNone/>
              <a:defRPr sz="1725" b="1">
                <a:solidFill>
                  <a:srgbClr val="111111"/>
                </a:solidFill>
                <a:latin typeface="Arial" panose="020B0604020202020204"/>
                <a:ea typeface="Arial" panose="020B0604020202020204"/>
                <a:cs typeface="Arial" panose="020B0604020202020204"/>
              </a:defRPr>
            </a:lvl9pPr>
          </a:lstStyle>
          <a:p>
            <a:pPr algn="l">
              <a:buNone/>
              <a:defRPr sz="1725" b="1">
                <a:solidFill>
                  <a:srgbClr val="111111"/>
                </a:solidFill>
                <a:latin typeface="Arial" panose="020B0604020202020204"/>
                <a:ea typeface="Arial" panose="020B0604020202020204"/>
                <a:cs typeface="Arial" panose="020B0604020202020204"/>
              </a:defRPr>
            </a:pPr>
            <a:r>
              <a:rPr sz="1725" b="1">
                <a:solidFill>
                  <a:srgbClr val="111111"/>
                </a:solidFill>
                <a:latin typeface="Arial" panose="020B0604020202020204"/>
                <a:ea typeface="Arial" panose="020B0604020202020204"/>
                <a:cs typeface="Arial" panose="020B0604020202020204"/>
              </a:rPr>
              <a:t>Ứng dụng</a:t>
            </a:r>
            <a:endParaRPr sz="1725" b="1">
              <a:solidFill>
                <a:srgbClr val="111111"/>
              </a:solidFill>
              <a:latin typeface="Arial" panose="020B0604020202020204"/>
              <a:ea typeface="Arial" panose="020B0604020202020204"/>
              <a:cs typeface="Arial" panose="020B0604020202020204"/>
            </a:endParaRPr>
          </a:p>
        </p:txBody>
      </p:sp>
      <p:sp>
        <p:nvSpPr>
          <p:cNvPr id="21" name="Rectangle 20"/>
          <p:cNvSpPr>
            <a:spLocks noGrp="1"/>
          </p:cNvSpPr>
          <p:nvPr/>
        </p:nvSpPr>
        <p:spPr>
          <a:xfrm>
            <a:off x="7829550" y="4562475"/>
            <a:ext cx="3714750" cy="561975"/>
          </a:xfrm>
          <a:prstGeom prst="rect">
            <a:avLst/>
          </a:prstGeom>
          <a:noFill/>
          <a:ln w="0">
            <a:noFill/>
            <a:prstDash val="solid"/>
          </a:ln>
        </p:spPr>
        <p:txBody>
          <a:bodyPr anchor="ctr"/>
          <a:lstStyle>
            <a:defPPr algn="l">
              <a:defRPr sz="1425" b="0">
                <a:solidFill>
                  <a:srgbClr val="4D4D4D"/>
                </a:solidFill>
                <a:latin typeface="Arial" panose="020B0604020202020204"/>
                <a:ea typeface="Arial" panose="020B0604020202020204"/>
                <a:cs typeface="Arial" panose="020B0604020202020204"/>
              </a:defRPr>
            </a:defPPr>
            <a:lvl1pPr algn="l">
              <a:buNone/>
              <a:defRPr sz="1425" b="0">
                <a:solidFill>
                  <a:srgbClr val="4D4D4D"/>
                </a:solidFill>
                <a:latin typeface="Arial" panose="020B0604020202020204"/>
                <a:ea typeface="Arial" panose="020B0604020202020204"/>
                <a:cs typeface="Arial" panose="020B0604020202020204"/>
              </a:defRPr>
            </a:lvl1pPr>
            <a:lvl2pPr algn="l">
              <a:buNone/>
              <a:defRPr sz="1425" b="0">
                <a:solidFill>
                  <a:srgbClr val="4D4D4D"/>
                </a:solidFill>
                <a:latin typeface="Arial" panose="020B0604020202020204"/>
                <a:ea typeface="Arial" panose="020B0604020202020204"/>
                <a:cs typeface="Arial" panose="020B0604020202020204"/>
              </a:defRPr>
            </a:lvl2pPr>
            <a:lvl3pPr algn="l">
              <a:buNone/>
              <a:defRPr sz="1425" b="0">
                <a:solidFill>
                  <a:srgbClr val="4D4D4D"/>
                </a:solidFill>
                <a:latin typeface="Arial" panose="020B0604020202020204"/>
                <a:ea typeface="Arial" panose="020B0604020202020204"/>
                <a:cs typeface="Arial" panose="020B0604020202020204"/>
              </a:defRPr>
            </a:lvl3pPr>
            <a:lvl4pPr algn="l">
              <a:buNone/>
              <a:defRPr sz="1425" b="0">
                <a:solidFill>
                  <a:srgbClr val="4D4D4D"/>
                </a:solidFill>
                <a:latin typeface="Arial" panose="020B0604020202020204"/>
                <a:ea typeface="Arial" panose="020B0604020202020204"/>
                <a:cs typeface="Arial" panose="020B0604020202020204"/>
              </a:defRPr>
            </a:lvl4pPr>
            <a:lvl5pPr algn="l">
              <a:buNone/>
              <a:defRPr sz="1425" b="0">
                <a:solidFill>
                  <a:srgbClr val="4D4D4D"/>
                </a:solidFill>
                <a:latin typeface="Arial" panose="020B0604020202020204"/>
                <a:ea typeface="Arial" panose="020B0604020202020204"/>
                <a:cs typeface="Arial" panose="020B0604020202020204"/>
              </a:defRPr>
            </a:lvl5pPr>
            <a:lvl6pPr algn="l">
              <a:buNone/>
              <a:defRPr sz="1425" b="0">
                <a:solidFill>
                  <a:srgbClr val="4D4D4D"/>
                </a:solidFill>
                <a:latin typeface="Arial" panose="020B0604020202020204"/>
                <a:ea typeface="Arial" panose="020B0604020202020204"/>
                <a:cs typeface="Arial" panose="020B0604020202020204"/>
              </a:defRPr>
            </a:lvl6pPr>
            <a:lvl7pPr algn="l">
              <a:buNone/>
              <a:defRPr sz="1425" b="0">
                <a:solidFill>
                  <a:srgbClr val="4D4D4D"/>
                </a:solidFill>
                <a:latin typeface="Arial" panose="020B0604020202020204"/>
                <a:ea typeface="Arial" panose="020B0604020202020204"/>
                <a:cs typeface="Arial" panose="020B0604020202020204"/>
              </a:defRPr>
            </a:lvl7pPr>
            <a:lvl8pPr algn="l">
              <a:buNone/>
              <a:defRPr sz="1425" b="0">
                <a:solidFill>
                  <a:srgbClr val="4D4D4D"/>
                </a:solidFill>
                <a:latin typeface="Arial" panose="020B0604020202020204"/>
                <a:ea typeface="Arial" panose="020B0604020202020204"/>
                <a:cs typeface="Arial" panose="020B0604020202020204"/>
              </a:defRPr>
            </a:lvl8pPr>
            <a:lvl9pPr algn="l">
              <a:buNone/>
              <a:defRPr sz="1425" b="0">
                <a:solidFill>
                  <a:srgbClr val="4D4D4D"/>
                </a:solidFill>
                <a:latin typeface="Arial" panose="020B0604020202020204"/>
                <a:ea typeface="Arial" panose="020B0604020202020204"/>
                <a:cs typeface="Arial" panose="020B0604020202020204"/>
              </a:defRPr>
            </a:lvl9pPr>
          </a:lstStyle>
          <a:p>
            <a:pPr algn="l">
              <a:buNone/>
              <a:defRPr sz="1425" b="0">
                <a:solidFill>
                  <a:srgbClr val="4D4D4D"/>
                </a:solidFill>
                <a:latin typeface="Arial" panose="020B0604020202020204"/>
                <a:ea typeface="Arial" panose="020B0604020202020204"/>
                <a:cs typeface="Arial" panose="020B0604020202020204"/>
              </a:defRPr>
            </a:pPr>
            <a:r>
              <a:rPr sz="1425" b="0">
                <a:solidFill>
                  <a:srgbClr val="4D4D4D"/>
                </a:solidFill>
                <a:latin typeface="Arial" panose="020B0604020202020204"/>
                <a:ea typeface="Arial" panose="020B0604020202020204"/>
                <a:cs typeface="Arial" panose="020B0604020202020204"/>
              </a:rPr>
              <a:t>Từ dữ liệu đến chức năng</a:t>
            </a:r>
            <a:endParaRPr sz="1425" b="0">
              <a:solidFill>
                <a:srgbClr val="4D4D4D"/>
              </a:solidFill>
              <a:latin typeface="Arial" panose="020B0604020202020204"/>
              <a:ea typeface="Arial" panose="020B0604020202020204"/>
              <a:cs typeface="Arial" panose="020B0604020202020204"/>
            </a:endParaRPr>
          </a:p>
        </p:txBody>
      </p:sp>
      <p:sp>
        <p:nvSpPr>
          <p:cNvPr id="22" name="Straight Connector 21"/>
          <p:cNvSpPr>
            <a:spLocks noGrp="1"/>
          </p:cNvSpPr>
          <p:nvPr/>
        </p:nvSpPr>
        <p:spPr>
          <a:xfrm>
            <a:off x="533400" y="5219700"/>
            <a:ext cx="11134725" cy="0"/>
          </a:xfrm>
          <a:prstGeom prst="line">
            <a:avLst/>
          </a:prstGeom>
          <a:ln w="9525">
            <a:solidFill>
              <a:srgbClr val="C9C9C9"/>
            </a:solidFill>
            <a:prstDash val="solid"/>
          </a:ln>
        </p:spPr>
      </p:sp>
      <p:sp>
        <p:nvSpPr>
          <p:cNvPr id="23" name="Rectangle 22"/>
          <p:cNvSpPr>
            <a:spLocks noGrp="1"/>
          </p:cNvSpPr>
          <p:nvPr/>
        </p:nvSpPr>
        <p:spPr>
          <a:xfrm>
            <a:off x="581025" y="5400675"/>
            <a:ext cx="704850" cy="561975"/>
          </a:xfrm>
          <a:prstGeom prst="rect">
            <a:avLst/>
          </a:prstGeom>
          <a:noFill/>
          <a:ln w="0">
            <a:noFill/>
            <a:prstDash val="solid"/>
          </a:ln>
        </p:spPr>
        <p:txBody>
          <a:bodyPr anchor="ctr"/>
          <a:lstStyle>
            <a:defPPr algn="l">
              <a:defRPr sz="2025" b="1">
                <a:solidFill>
                  <a:srgbClr val="F20D0D"/>
                </a:solidFill>
                <a:latin typeface="Arial" panose="020B0604020202020204"/>
                <a:ea typeface="Arial" panose="020B0604020202020204"/>
                <a:cs typeface="Arial" panose="020B0604020202020204"/>
              </a:defRPr>
            </a:defPPr>
            <a:lvl1pPr algn="l">
              <a:buNone/>
              <a:defRPr sz="2025" b="1">
                <a:solidFill>
                  <a:srgbClr val="F20D0D"/>
                </a:solidFill>
                <a:latin typeface="Arial" panose="020B0604020202020204"/>
                <a:ea typeface="Arial" panose="020B0604020202020204"/>
                <a:cs typeface="Arial" panose="020B0604020202020204"/>
              </a:defRPr>
            </a:lvl1pPr>
            <a:lvl2pPr algn="l">
              <a:buNone/>
              <a:defRPr sz="2025" b="1">
                <a:solidFill>
                  <a:srgbClr val="F20D0D"/>
                </a:solidFill>
                <a:latin typeface="Arial" panose="020B0604020202020204"/>
                <a:ea typeface="Arial" panose="020B0604020202020204"/>
                <a:cs typeface="Arial" panose="020B0604020202020204"/>
              </a:defRPr>
            </a:lvl2pPr>
            <a:lvl3pPr algn="l">
              <a:buNone/>
              <a:defRPr sz="2025" b="1">
                <a:solidFill>
                  <a:srgbClr val="F20D0D"/>
                </a:solidFill>
                <a:latin typeface="Arial" panose="020B0604020202020204"/>
                <a:ea typeface="Arial" panose="020B0604020202020204"/>
                <a:cs typeface="Arial" panose="020B0604020202020204"/>
              </a:defRPr>
            </a:lvl3pPr>
            <a:lvl4pPr algn="l">
              <a:buNone/>
              <a:defRPr sz="2025" b="1">
                <a:solidFill>
                  <a:srgbClr val="F20D0D"/>
                </a:solidFill>
                <a:latin typeface="Arial" panose="020B0604020202020204"/>
                <a:ea typeface="Arial" panose="020B0604020202020204"/>
                <a:cs typeface="Arial" panose="020B0604020202020204"/>
              </a:defRPr>
            </a:lvl4pPr>
            <a:lvl5pPr algn="l">
              <a:buNone/>
              <a:defRPr sz="2025" b="1">
                <a:solidFill>
                  <a:srgbClr val="F20D0D"/>
                </a:solidFill>
                <a:latin typeface="Arial" panose="020B0604020202020204"/>
                <a:ea typeface="Arial" panose="020B0604020202020204"/>
                <a:cs typeface="Arial" panose="020B0604020202020204"/>
              </a:defRPr>
            </a:lvl5pPr>
            <a:lvl6pPr algn="l">
              <a:buNone/>
              <a:defRPr sz="2025" b="1">
                <a:solidFill>
                  <a:srgbClr val="F20D0D"/>
                </a:solidFill>
                <a:latin typeface="Arial" panose="020B0604020202020204"/>
                <a:ea typeface="Arial" panose="020B0604020202020204"/>
                <a:cs typeface="Arial" panose="020B0604020202020204"/>
              </a:defRPr>
            </a:lvl6pPr>
            <a:lvl7pPr algn="l">
              <a:buNone/>
              <a:defRPr sz="2025" b="1">
                <a:solidFill>
                  <a:srgbClr val="F20D0D"/>
                </a:solidFill>
                <a:latin typeface="Arial" panose="020B0604020202020204"/>
                <a:ea typeface="Arial" panose="020B0604020202020204"/>
                <a:cs typeface="Arial" panose="020B0604020202020204"/>
              </a:defRPr>
            </a:lvl7pPr>
            <a:lvl8pPr algn="l">
              <a:buNone/>
              <a:defRPr sz="2025" b="1">
                <a:solidFill>
                  <a:srgbClr val="F20D0D"/>
                </a:solidFill>
                <a:latin typeface="Arial" panose="020B0604020202020204"/>
                <a:ea typeface="Arial" panose="020B0604020202020204"/>
                <a:cs typeface="Arial" panose="020B0604020202020204"/>
              </a:defRPr>
            </a:lvl8pPr>
            <a:lvl9pPr algn="l">
              <a:buNone/>
              <a:defRPr sz="2025" b="1">
                <a:solidFill>
                  <a:srgbClr val="F20D0D"/>
                </a:solidFill>
                <a:latin typeface="Arial" panose="020B0604020202020204"/>
                <a:ea typeface="Arial" panose="020B0604020202020204"/>
                <a:cs typeface="Arial" panose="020B0604020202020204"/>
              </a:defRPr>
            </a:lvl9pPr>
          </a:lstStyle>
          <a:p>
            <a:pPr algn="l">
              <a:buNone/>
              <a:defRPr sz="2025" b="1">
                <a:solidFill>
                  <a:srgbClr val="F20D0D"/>
                </a:solidFill>
                <a:latin typeface="Arial" panose="020B0604020202020204"/>
                <a:ea typeface="Arial" panose="020B0604020202020204"/>
                <a:cs typeface="Arial" panose="020B0604020202020204"/>
              </a:defRPr>
            </a:pPr>
            <a:r>
              <a:rPr sz="2025" b="1">
                <a:solidFill>
                  <a:srgbClr val="F20D0D"/>
                </a:solidFill>
                <a:latin typeface="Arial" panose="020B0604020202020204"/>
                <a:ea typeface="Arial" panose="020B0604020202020204"/>
                <a:cs typeface="Arial" panose="020B0604020202020204"/>
              </a:rPr>
              <a:t>06</a:t>
            </a:r>
            <a:endParaRPr sz="2025" b="1">
              <a:solidFill>
                <a:srgbClr val="F20D0D"/>
              </a:solidFill>
              <a:latin typeface="Arial" panose="020B0604020202020204"/>
              <a:ea typeface="Arial" panose="020B0604020202020204"/>
              <a:cs typeface="Arial" panose="020B0604020202020204"/>
            </a:endParaRPr>
          </a:p>
        </p:txBody>
      </p:sp>
      <p:sp>
        <p:nvSpPr>
          <p:cNvPr id="24" name="Rectangle 23"/>
          <p:cNvSpPr>
            <a:spLocks noGrp="1"/>
          </p:cNvSpPr>
          <p:nvPr/>
        </p:nvSpPr>
        <p:spPr>
          <a:xfrm>
            <a:off x="1419225" y="5400675"/>
            <a:ext cx="6381750" cy="561975"/>
          </a:xfrm>
          <a:prstGeom prst="rect">
            <a:avLst/>
          </a:prstGeom>
          <a:noFill/>
          <a:ln w="0">
            <a:noFill/>
            <a:prstDash val="solid"/>
          </a:ln>
        </p:spPr>
        <p:txBody>
          <a:bodyPr anchor="ctr"/>
          <a:lstStyle>
            <a:defPPr algn="l">
              <a:defRPr sz="1725" b="1">
                <a:solidFill>
                  <a:srgbClr val="111111"/>
                </a:solidFill>
                <a:latin typeface="Arial" panose="020B0604020202020204"/>
                <a:ea typeface="Arial" panose="020B0604020202020204"/>
                <a:cs typeface="Arial" panose="020B0604020202020204"/>
              </a:defRPr>
            </a:defPPr>
            <a:lvl1pPr algn="l">
              <a:buNone/>
              <a:defRPr sz="1725" b="1">
                <a:solidFill>
                  <a:srgbClr val="111111"/>
                </a:solidFill>
                <a:latin typeface="Arial" panose="020B0604020202020204"/>
                <a:ea typeface="Arial" panose="020B0604020202020204"/>
                <a:cs typeface="Arial" panose="020B0604020202020204"/>
              </a:defRPr>
            </a:lvl1pPr>
            <a:lvl2pPr algn="l">
              <a:buNone/>
              <a:defRPr sz="1725" b="1">
                <a:solidFill>
                  <a:srgbClr val="111111"/>
                </a:solidFill>
                <a:latin typeface="Arial" panose="020B0604020202020204"/>
                <a:ea typeface="Arial" panose="020B0604020202020204"/>
                <a:cs typeface="Arial" panose="020B0604020202020204"/>
              </a:defRPr>
            </a:lvl2pPr>
            <a:lvl3pPr algn="l">
              <a:buNone/>
              <a:defRPr sz="1725" b="1">
                <a:solidFill>
                  <a:srgbClr val="111111"/>
                </a:solidFill>
                <a:latin typeface="Arial" panose="020B0604020202020204"/>
                <a:ea typeface="Arial" panose="020B0604020202020204"/>
                <a:cs typeface="Arial" panose="020B0604020202020204"/>
              </a:defRPr>
            </a:lvl3pPr>
            <a:lvl4pPr algn="l">
              <a:buNone/>
              <a:defRPr sz="1725" b="1">
                <a:solidFill>
                  <a:srgbClr val="111111"/>
                </a:solidFill>
                <a:latin typeface="Arial" panose="020B0604020202020204"/>
                <a:ea typeface="Arial" panose="020B0604020202020204"/>
                <a:cs typeface="Arial" panose="020B0604020202020204"/>
              </a:defRPr>
            </a:lvl4pPr>
            <a:lvl5pPr algn="l">
              <a:buNone/>
              <a:defRPr sz="1725" b="1">
                <a:solidFill>
                  <a:srgbClr val="111111"/>
                </a:solidFill>
                <a:latin typeface="Arial" panose="020B0604020202020204"/>
                <a:ea typeface="Arial" panose="020B0604020202020204"/>
                <a:cs typeface="Arial" panose="020B0604020202020204"/>
              </a:defRPr>
            </a:lvl5pPr>
            <a:lvl6pPr algn="l">
              <a:buNone/>
              <a:defRPr sz="1725" b="1">
                <a:solidFill>
                  <a:srgbClr val="111111"/>
                </a:solidFill>
                <a:latin typeface="Arial" panose="020B0604020202020204"/>
                <a:ea typeface="Arial" panose="020B0604020202020204"/>
                <a:cs typeface="Arial" panose="020B0604020202020204"/>
              </a:defRPr>
            </a:lvl6pPr>
            <a:lvl7pPr algn="l">
              <a:buNone/>
              <a:defRPr sz="1725" b="1">
                <a:solidFill>
                  <a:srgbClr val="111111"/>
                </a:solidFill>
                <a:latin typeface="Arial" panose="020B0604020202020204"/>
                <a:ea typeface="Arial" panose="020B0604020202020204"/>
                <a:cs typeface="Arial" panose="020B0604020202020204"/>
              </a:defRPr>
            </a:lvl7pPr>
            <a:lvl8pPr algn="l">
              <a:buNone/>
              <a:defRPr sz="1725" b="1">
                <a:solidFill>
                  <a:srgbClr val="111111"/>
                </a:solidFill>
                <a:latin typeface="Arial" panose="020B0604020202020204"/>
                <a:ea typeface="Arial" panose="020B0604020202020204"/>
                <a:cs typeface="Arial" panose="020B0604020202020204"/>
              </a:defRPr>
            </a:lvl8pPr>
            <a:lvl9pPr algn="l">
              <a:buNone/>
              <a:defRPr sz="1725" b="1">
                <a:solidFill>
                  <a:srgbClr val="111111"/>
                </a:solidFill>
                <a:latin typeface="Arial" panose="020B0604020202020204"/>
                <a:ea typeface="Arial" panose="020B0604020202020204"/>
                <a:cs typeface="Arial" panose="020B0604020202020204"/>
              </a:defRPr>
            </a:lvl9pPr>
          </a:lstStyle>
          <a:p>
            <a:pPr algn="l">
              <a:buNone/>
              <a:defRPr sz="1725" b="1">
                <a:solidFill>
                  <a:srgbClr val="111111"/>
                </a:solidFill>
                <a:latin typeface="Arial" panose="020B0604020202020204"/>
                <a:ea typeface="Arial" panose="020B0604020202020204"/>
                <a:cs typeface="Arial" panose="020B0604020202020204"/>
              </a:defRPr>
            </a:pPr>
            <a:r>
              <a:rPr sz="1725" b="1">
                <a:solidFill>
                  <a:srgbClr val="111111"/>
                </a:solidFill>
                <a:latin typeface="Arial" panose="020B0604020202020204"/>
                <a:ea typeface="Arial" panose="020B0604020202020204"/>
                <a:cs typeface="Arial" panose="020B0604020202020204"/>
              </a:rPr>
              <a:t>Demo</a:t>
            </a:r>
            <a:endParaRPr sz="1725" b="1">
              <a:solidFill>
                <a:srgbClr val="111111"/>
              </a:solidFill>
              <a:latin typeface="Arial" panose="020B0604020202020204"/>
              <a:ea typeface="Arial" panose="020B0604020202020204"/>
              <a:cs typeface="Arial" panose="020B0604020202020204"/>
            </a:endParaRPr>
          </a:p>
        </p:txBody>
      </p:sp>
      <p:sp>
        <p:nvSpPr>
          <p:cNvPr id="25" name="Rectangle 24"/>
          <p:cNvSpPr>
            <a:spLocks noGrp="1"/>
          </p:cNvSpPr>
          <p:nvPr/>
        </p:nvSpPr>
        <p:spPr>
          <a:xfrm>
            <a:off x="7829550" y="5400675"/>
            <a:ext cx="3714750" cy="561975"/>
          </a:xfrm>
          <a:prstGeom prst="rect">
            <a:avLst/>
          </a:prstGeom>
          <a:noFill/>
          <a:ln w="0">
            <a:noFill/>
            <a:prstDash val="solid"/>
          </a:ln>
        </p:spPr>
        <p:txBody>
          <a:bodyPr anchor="ctr"/>
          <a:lstStyle>
            <a:defPPr algn="l">
              <a:defRPr sz="1425" b="0">
                <a:solidFill>
                  <a:srgbClr val="4D4D4D"/>
                </a:solidFill>
                <a:latin typeface="Arial" panose="020B0604020202020204"/>
                <a:ea typeface="Arial" panose="020B0604020202020204"/>
                <a:cs typeface="Arial" panose="020B0604020202020204"/>
              </a:defRPr>
            </a:defPPr>
            <a:lvl1pPr algn="l">
              <a:buNone/>
              <a:defRPr sz="1425" b="0">
                <a:solidFill>
                  <a:srgbClr val="4D4D4D"/>
                </a:solidFill>
                <a:latin typeface="Arial" panose="020B0604020202020204"/>
                <a:ea typeface="Arial" panose="020B0604020202020204"/>
                <a:cs typeface="Arial" panose="020B0604020202020204"/>
              </a:defRPr>
            </a:lvl1pPr>
            <a:lvl2pPr algn="l">
              <a:buNone/>
              <a:defRPr sz="1425" b="0">
                <a:solidFill>
                  <a:srgbClr val="4D4D4D"/>
                </a:solidFill>
                <a:latin typeface="Arial" panose="020B0604020202020204"/>
                <a:ea typeface="Arial" panose="020B0604020202020204"/>
                <a:cs typeface="Arial" panose="020B0604020202020204"/>
              </a:defRPr>
            </a:lvl2pPr>
            <a:lvl3pPr algn="l">
              <a:buNone/>
              <a:defRPr sz="1425" b="0">
                <a:solidFill>
                  <a:srgbClr val="4D4D4D"/>
                </a:solidFill>
                <a:latin typeface="Arial" panose="020B0604020202020204"/>
                <a:ea typeface="Arial" panose="020B0604020202020204"/>
                <a:cs typeface="Arial" panose="020B0604020202020204"/>
              </a:defRPr>
            </a:lvl3pPr>
            <a:lvl4pPr algn="l">
              <a:buNone/>
              <a:defRPr sz="1425" b="0">
                <a:solidFill>
                  <a:srgbClr val="4D4D4D"/>
                </a:solidFill>
                <a:latin typeface="Arial" panose="020B0604020202020204"/>
                <a:ea typeface="Arial" panose="020B0604020202020204"/>
                <a:cs typeface="Arial" panose="020B0604020202020204"/>
              </a:defRPr>
            </a:lvl4pPr>
            <a:lvl5pPr algn="l">
              <a:buNone/>
              <a:defRPr sz="1425" b="0">
                <a:solidFill>
                  <a:srgbClr val="4D4D4D"/>
                </a:solidFill>
                <a:latin typeface="Arial" panose="020B0604020202020204"/>
                <a:ea typeface="Arial" panose="020B0604020202020204"/>
                <a:cs typeface="Arial" panose="020B0604020202020204"/>
              </a:defRPr>
            </a:lvl5pPr>
            <a:lvl6pPr algn="l">
              <a:buNone/>
              <a:defRPr sz="1425" b="0">
                <a:solidFill>
                  <a:srgbClr val="4D4D4D"/>
                </a:solidFill>
                <a:latin typeface="Arial" panose="020B0604020202020204"/>
                <a:ea typeface="Arial" panose="020B0604020202020204"/>
                <a:cs typeface="Arial" panose="020B0604020202020204"/>
              </a:defRPr>
            </a:lvl6pPr>
            <a:lvl7pPr algn="l">
              <a:buNone/>
              <a:defRPr sz="1425" b="0">
                <a:solidFill>
                  <a:srgbClr val="4D4D4D"/>
                </a:solidFill>
                <a:latin typeface="Arial" panose="020B0604020202020204"/>
                <a:ea typeface="Arial" panose="020B0604020202020204"/>
                <a:cs typeface="Arial" panose="020B0604020202020204"/>
              </a:defRPr>
            </a:lvl7pPr>
            <a:lvl8pPr algn="l">
              <a:buNone/>
              <a:defRPr sz="1425" b="0">
                <a:solidFill>
                  <a:srgbClr val="4D4D4D"/>
                </a:solidFill>
                <a:latin typeface="Arial" panose="020B0604020202020204"/>
                <a:ea typeface="Arial" panose="020B0604020202020204"/>
                <a:cs typeface="Arial" panose="020B0604020202020204"/>
              </a:defRPr>
            </a:lvl8pPr>
            <a:lvl9pPr algn="l">
              <a:buNone/>
              <a:defRPr sz="1425" b="0">
                <a:solidFill>
                  <a:srgbClr val="4D4D4D"/>
                </a:solidFill>
                <a:latin typeface="Arial" panose="020B0604020202020204"/>
                <a:ea typeface="Arial" panose="020B0604020202020204"/>
                <a:cs typeface="Arial" panose="020B0604020202020204"/>
              </a:defRPr>
            </a:lvl9pPr>
          </a:lstStyle>
          <a:p>
            <a:pPr algn="l">
              <a:buNone/>
              <a:defRPr sz="1425" b="0">
                <a:solidFill>
                  <a:srgbClr val="4D4D4D"/>
                </a:solidFill>
                <a:latin typeface="Arial" panose="020B0604020202020204"/>
                <a:ea typeface="Arial" panose="020B0604020202020204"/>
                <a:cs typeface="Arial" panose="020B0604020202020204"/>
              </a:defRPr>
            </a:pPr>
            <a:r>
              <a:rPr sz="1425" b="0">
                <a:solidFill>
                  <a:srgbClr val="4D4D4D"/>
                </a:solidFill>
                <a:latin typeface="Arial" panose="020B0604020202020204"/>
                <a:ea typeface="Arial" panose="020B0604020202020204"/>
                <a:cs typeface="Arial" panose="020B0604020202020204"/>
              </a:rPr>
              <a:t>Trình diễn trên điện thoại thật</a:t>
            </a:r>
            <a:endParaRPr sz="1425" b="0">
              <a:solidFill>
                <a:srgbClr val="4D4D4D"/>
              </a:solidFill>
              <a:latin typeface="Arial" panose="020B0604020202020204"/>
              <a:ea typeface="Arial" panose="020B0604020202020204"/>
              <a:cs typeface="Arial" panose="020B0604020202020204"/>
            </a:endParaRPr>
          </a:p>
        </p:txBody>
      </p:sp>
      <p:sp>
        <p:nvSpPr>
          <p:cNvPr id="26" name="Straight Connector 25"/>
          <p:cNvSpPr>
            <a:spLocks noGrp="1"/>
          </p:cNvSpPr>
          <p:nvPr/>
        </p:nvSpPr>
        <p:spPr>
          <a:xfrm>
            <a:off x="533400" y="6057900"/>
            <a:ext cx="11134725" cy="0"/>
          </a:xfrm>
          <a:prstGeom prst="line">
            <a:avLst/>
          </a:prstGeom>
          <a:ln w="9525">
            <a:solidFill>
              <a:srgbClr val="C9C9C9"/>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1" name="Rectangle 10"/>
          <p:cNvSpPr>
            <a:spLocks noGrp="1"/>
          </p:cNvSpPr>
          <p:nvPr/>
        </p:nvSpPr>
        <p:spPr>
          <a:xfrm>
            <a:off x="342900" y="152400"/>
            <a:ext cx="11401425" cy="466725"/>
          </a:xfrm>
          <a:prstGeom prst="rect">
            <a:avLst/>
          </a:prstGeom>
          <a:noFill/>
          <a:ln w="0">
            <a:noFill/>
            <a:prstDash val="solid"/>
          </a:ln>
        </p:spPr>
        <p:txBody>
          <a:bodyPr anchor="ctr"/>
          <a:lstStyle>
            <a:defPPr algn="l">
              <a:defRPr sz="2175" b="1">
                <a:solidFill>
                  <a:srgbClr val="111111"/>
                </a:solidFill>
                <a:latin typeface="Arial" panose="020B0604020202020204"/>
                <a:ea typeface="Arial" panose="020B0604020202020204"/>
                <a:cs typeface="Arial" panose="020B0604020202020204"/>
              </a:defRPr>
            </a:defPPr>
            <a:lvl1pPr algn="l">
              <a:buNone/>
              <a:defRPr sz="2175" b="1">
                <a:solidFill>
                  <a:srgbClr val="111111"/>
                </a:solidFill>
                <a:latin typeface="Arial" panose="020B0604020202020204"/>
                <a:ea typeface="Arial" panose="020B0604020202020204"/>
                <a:cs typeface="Arial" panose="020B0604020202020204"/>
              </a:defRPr>
            </a:lvl1pPr>
            <a:lvl2pPr algn="l">
              <a:buNone/>
              <a:defRPr sz="2175" b="1">
                <a:solidFill>
                  <a:srgbClr val="111111"/>
                </a:solidFill>
                <a:latin typeface="Arial" panose="020B0604020202020204"/>
                <a:ea typeface="Arial" panose="020B0604020202020204"/>
                <a:cs typeface="Arial" panose="020B0604020202020204"/>
              </a:defRPr>
            </a:lvl2pPr>
            <a:lvl3pPr algn="l">
              <a:buNone/>
              <a:defRPr sz="2175" b="1">
                <a:solidFill>
                  <a:srgbClr val="111111"/>
                </a:solidFill>
                <a:latin typeface="Arial" panose="020B0604020202020204"/>
                <a:ea typeface="Arial" panose="020B0604020202020204"/>
                <a:cs typeface="Arial" panose="020B0604020202020204"/>
              </a:defRPr>
            </a:lvl3pPr>
            <a:lvl4pPr algn="l">
              <a:buNone/>
              <a:defRPr sz="2175" b="1">
                <a:solidFill>
                  <a:srgbClr val="111111"/>
                </a:solidFill>
                <a:latin typeface="Arial" panose="020B0604020202020204"/>
                <a:ea typeface="Arial" panose="020B0604020202020204"/>
                <a:cs typeface="Arial" panose="020B0604020202020204"/>
              </a:defRPr>
            </a:lvl4pPr>
            <a:lvl5pPr algn="l">
              <a:buNone/>
              <a:defRPr sz="2175" b="1">
                <a:solidFill>
                  <a:srgbClr val="111111"/>
                </a:solidFill>
                <a:latin typeface="Arial" panose="020B0604020202020204"/>
                <a:ea typeface="Arial" panose="020B0604020202020204"/>
                <a:cs typeface="Arial" panose="020B0604020202020204"/>
              </a:defRPr>
            </a:lvl5pPr>
            <a:lvl6pPr algn="l">
              <a:buNone/>
              <a:defRPr sz="2175" b="1">
                <a:solidFill>
                  <a:srgbClr val="111111"/>
                </a:solidFill>
                <a:latin typeface="Arial" panose="020B0604020202020204"/>
                <a:ea typeface="Arial" panose="020B0604020202020204"/>
                <a:cs typeface="Arial" panose="020B0604020202020204"/>
              </a:defRPr>
            </a:lvl6pPr>
            <a:lvl7pPr algn="l">
              <a:buNone/>
              <a:defRPr sz="2175" b="1">
                <a:solidFill>
                  <a:srgbClr val="111111"/>
                </a:solidFill>
                <a:latin typeface="Arial" panose="020B0604020202020204"/>
                <a:ea typeface="Arial" panose="020B0604020202020204"/>
                <a:cs typeface="Arial" panose="020B0604020202020204"/>
              </a:defRPr>
            </a:lvl7pPr>
            <a:lvl8pPr algn="l">
              <a:buNone/>
              <a:defRPr sz="2175" b="1">
                <a:solidFill>
                  <a:srgbClr val="111111"/>
                </a:solidFill>
                <a:latin typeface="Arial" panose="020B0604020202020204"/>
                <a:ea typeface="Arial" panose="020B0604020202020204"/>
                <a:cs typeface="Arial" panose="020B0604020202020204"/>
              </a:defRPr>
            </a:lvl8pPr>
            <a:lvl9pPr algn="l">
              <a:buNone/>
              <a:defRPr sz="2175" b="1">
                <a:solidFill>
                  <a:srgbClr val="111111"/>
                </a:solidFill>
                <a:latin typeface="Arial" panose="020B0604020202020204"/>
                <a:ea typeface="Arial" panose="020B0604020202020204"/>
                <a:cs typeface="Arial" panose="020B0604020202020204"/>
              </a:defRPr>
            </a:lvl9pPr>
          </a:lstStyle>
          <a:p>
            <a:pPr algn="l">
              <a:buNone/>
              <a:defRPr sz="2175" b="1">
                <a:solidFill>
                  <a:srgbClr val="111111"/>
                </a:solidFill>
                <a:latin typeface="Arial" panose="020B0604020202020204"/>
                <a:ea typeface="Arial" panose="020B0604020202020204"/>
                <a:cs typeface="Arial" panose="020B0604020202020204"/>
              </a:defRPr>
            </a:pPr>
            <a:r>
              <a:rPr sz="2175" b="1">
                <a:solidFill>
                  <a:srgbClr val="111111"/>
                </a:solidFill>
                <a:latin typeface="Arial" panose="020B0604020202020204"/>
                <a:ea typeface="Arial" panose="020B0604020202020204"/>
                <a:cs typeface="Arial" panose="020B0604020202020204"/>
              </a:rPr>
              <a:t>1. Tổng quan về cảm biến trong Android</a:t>
            </a:r>
            <a:endParaRPr sz="2175" b="1">
              <a:solidFill>
                <a:srgbClr val="111111"/>
              </a:solidFill>
              <a:latin typeface="Arial" panose="020B0604020202020204"/>
              <a:ea typeface="Arial" panose="020B0604020202020204"/>
              <a:cs typeface="Arial" panose="020B0604020202020204"/>
            </a:endParaRPr>
          </a:p>
        </p:txBody>
      </p:sp>
      <p:sp>
        <p:nvSpPr>
          <p:cNvPr id="2" name="Rectangle 1"/>
          <p:cNvSpPr>
            <a:spLocks noGrp="1"/>
          </p:cNvSpPr>
          <p:nvPr/>
        </p:nvSpPr>
        <p:spPr>
          <a:xfrm>
            <a:off x="0" y="666750"/>
            <a:ext cx="12192000" cy="95250"/>
          </a:xfrm>
          <a:prstGeom prst="rect">
            <a:avLst/>
          </a:prstGeom>
          <a:solidFill>
            <a:srgbClr val="4E8DF6"/>
          </a:solidFill>
          <a:ln w="9525">
            <a:solidFill>
              <a:srgbClr val="4E8DF6"/>
            </a:solidFill>
            <a:prstDash val="solid"/>
          </a:ln>
        </p:spPr>
      </p:sp>
      <p:sp>
        <p:nvSpPr>
          <p:cNvPr id="3" name="Rectangle 2"/>
          <p:cNvSpPr>
            <a:spLocks noGrp="1"/>
          </p:cNvSpPr>
          <p:nvPr/>
        </p:nvSpPr>
        <p:spPr>
          <a:xfrm>
            <a:off x="533400" y="914400"/>
            <a:ext cx="10715625" cy="409575"/>
          </a:xfrm>
          <a:prstGeom prst="rect">
            <a:avLst/>
          </a:prstGeom>
          <a:noFill/>
          <a:ln w="0">
            <a:noFill/>
            <a:prstDash val="solid"/>
          </a:ln>
        </p:spPr>
        <p:txBody>
          <a:bodyPr anchor="ctr"/>
          <a:lstStyle>
            <a:defPPr algn="l">
              <a:defRPr sz="1500" b="1">
                <a:solidFill>
                  <a:srgbClr val="F20D0D"/>
                </a:solidFill>
                <a:latin typeface="Arial" panose="020B0604020202020204"/>
                <a:ea typeface="Arial" panose="020B0604020202020204"/>
                <a:cs typeface="Arial" panose="020B0604020202020204"/>
              </a:defRPr>
            </a:defPPr>
            <a:lvl1pPr algn="l">
              <a:buNone/>
              <a:defRPr sz="1500" b="1">
                <a:solidFill>
                  <a:srgbClr val="F20D0D"/>
                </a:solidFill>
                <a:latin typeface="Arial" panose="020B0604020202020204"/>
                <a:ea typeface="Arial" panose="020B0604020202020204"/>
                <a:cs typeface="Arial" panose="020B0604020202020204"/>
              </a:defRPr>
            </a:lvl1pPr>
            <a:lvl2pPr algn="l">
              <a:buNone/>
              <a:defRPr sz="1500" b="1">
                <a:solidFill>
                  <a:srgbClr val="F20D0D"/>
                </a:solidFill>
                <a:latin typeface="Arial" panose="020B0604020202020204"/>
                <a:ea typeface="Arial" panose="020B0604020202020204"/>
                <a:cs typeface="Arial" panose="020B0604020202020204"/>
              </a:defRPr>
            </a:lvl2pPr>
            <a:lvl3pPr algn="l">
              <a:buNone/>
              <a:defRPr sz="1500" b="1">
                <a:solidFill>
                  <a:srgbClr val="F20D0D"/>
                </a:solidFill>
                <a:latin typeface="Arial" panose="020B0604020202020204"/>
                <a:ea typeface="Arial" panose="020B0604020202020204"/>
                <a:cs typeface="Arial" panose="020B0604020202020204"/>
              </a:defRPr>
            </a:lvl3pPr>
            <a:lvl4pPr algn="l">
              <a:buNone/>
              <a:defRPr sz="1500" b="1">
                <a:solidFill>
                  <a:srgbClr val="F20D0D"/>
                </a:solidFill>
                <a:latin typeface="Arial" panose="020B0604020202020204"/>
                <a:ea typeface="Arial" panose="020B0604020202020204"/>
                <a:cs typeface="Arial" panose="020B0604020202020204"/>
              </a:defRPr>
            </a:lvl4pPr>
            <a:lvl5pPr algn="l">
              <a:buNone/>
              <a:defRPr sz="1500" b="1">
                <a:solidFill>
                  <a:srgbClr val="F20D0D"/>
                </a:solidFill>
                <a:latin typeface="Arial" panose="020B0604020202020204"/>
                <a:ea typeface="Arial" panose="020B0604020202020204"/>
                <a:cs typeface="Arial" panose="020B0604020202020204"/>
              </a:defRPr>
            </a:lvl5pPr>
            <a:lvl6pPr algn="l">
              <a:buNone/>
              <a:defRPr sz="1500" b="1">
                <a:solidFill>
                  <a:srgbClr val="F20D0D"/>
                </a:solidFill>
                <a:latin typeface="Arial" panose="020B0604020202020204"/>
                <a:ea typeface="Arial" panose="020B0604020202020204"/>
                <a:cs typeface="Arial" panose="020B0604020202020204"/>
              </a:defRPr>
            </a:lvl6pPr>
            <a:lvl7pPr algn="l">
              <a:buNone/>
              <a:defRPr sz="1500" b="1">
                <a:solidFill>
                  <a:srgbClr val="F20D0D"/>
                </a:solidFill>
                <a:latin typeface="Arial" panose="020B0604020202020204"/>
                <a:ea typeface="Arial" panose="020B0604020202020204"/>
                <a:cs typeface="Arial" panose="020B0604020202020204"/>
              </a:defRPr>
            </a:lvl7pPr>
            <a:lvl8pPr algn="l">
              <a:buNone/>
              <a:defRPr sz="1500" b="1">
                <a:solidFill>
                  <a:srgbClr val="F20D0D"/>
                </a:solidFill>
                <a:latin typeface="Arial" panose="020B0604020202020204"/>
                <a:ea typeface="Arial" panose="020B0604020202020204"/>
                <a:cs typeface="Arial" panose="020B0604020202020204"/>
              </a:defRPr>
            </a:lvl8pPr>
            <a:lvl9pPr algn="l">
              <a:buNone/>
              <a:defRPr sz="1500" b="1">
                <a:solidFill>
                  <a:srgbClr val="F20D0D"/>
                </a:solidFill>
                <a:latin typeface="Arial" panose="020B0604020202020204"/>
                <a:ea typeface="Arial" panose="020B0604020202020204"/>
                <a:cs typeface="Arial" panose="020B0604020202020204"/>
              </a:defRPr>
            </a:lvl9pPr>
          </a:lstStyle>
          <a:p>
            <a:pPr algn="l">
              <a:buNone/>
              <a:defRPr sz="1500" b="1">
                <a:solidFill>
                  <a:srgbClr val="F20D0D"/>
                </a:solidFill>
                <a:latin typeface="Arial" panose="020B0604020202020204"/>
                <a:ea typeface="Arial" panose="020B0604020202020204"/>
                <a:cs typeface="Arial" panose="020B0604020202020204"/>
              </a:defRPr>
            </a:pPr>
            <a:r>
              <a:rPr sz="1500" b="1">
                <a:solidFill>
                  <a:srgbClr val="F20D0D"/>
                </a:solidFill>
                <a:latin typeface="Arial" panose="020B0604020202020204"/>
                <a:ea typeface="Arial" panose="020B0604020202020204"/>
                <a:cs typeface="Arial" panose="020B0604020202020204"/>
              </a:rPr>
              <a:t>Android nhận biết thế giới xung quanh</a:t>
            </a:r>
            <a:endParaRPr sz="1500" b="1">
              <a:solidFill>
                <a:srgbClr val="F20D0D"/>
              </a:solidFill>
              <a:latin typeface="Arial" panose="020B0604020202020204"/>
              <a:ea typeface="Arial" panose="020B0604020202020204"/>
              <a:cs typeface="Arial" panose="020B0604020202020204"/>
            </a:endParaRPr>
          </a:p>
        </p:txBody>
      </p:sp>
      <p:sp>
        <p:nvSpPr>
          <p:cNvPr id="4" name="Rectangle 3"/>
          <p:cNvSpPr>
            <a:spLocks noGrp="1"/>
          </p:cNvSpPr>
          <p:nvPr/>
        </p:nvSpPr>
        <p:spPr>
          <a:xfrm>
            <a:off x="600075" y="1685925"/>
            <a:ext cx="10791825" cy="1066800"/>
          </a:xfrm>
          <a:prstGeom prst="rect">
            <a:avLst/>
          </a:prstGeom>
          <a:noFill/>
          <a:ln w="0">
            <a:noFill/>
            <a:prstDash val="solid"/>
          </a:ln>
        </p:spPr>
        <p:txBody>
          <a:bodyPr anchor="ctr"/>
          <a:lstStyle>
            <a:defPPr algn="l">
              <a:defRPr sz="1800" b="0">
                <a:solidFill>
                  <a:srgbClr val="111111"/>
                </a:solidFill>
                <a:latin typeface="Arial" panose="020B0604020202020204"/>
                <a:ea typeface="Arial" panose="020B0604020202020204"/>
                <a:cs typeface="Arial" panose="020B0604020202020204"/>
              </a:defRPr>
            </a:defPPr>
            <a:lvl1pPr algn="l">
              <a:buNone/>
              <a:defRPr sz="2025" b="0">
                <a:solidFill>
                  <a:srgbClr val="111111"/>
                </a:solidFill>
                <a:latin typeface="Arial" panose="020B0604020202020204"/>
                <a:ea typeface="Arial" panose="020B0604020202020204"/>
                <a:cs typeface="Arial" panose="020B0604020202020204"/>
              </a:defRPr>
            </a:lvl1pPr>
            <a:lvl2pPr algn="l">
              <a:buNone/>
              <a:defRPr sz="2025" b="0">
                <a:solidFill>
                  <a:srgbClr val="111111"/>
                </a:solidFill>
                <a:latin typeface="Arial" panose="020B0604020202020204"/>
                <a:ea typeface="Arial" panose="020B0604020202020204"/>
                <a:cs typeface="Arial" panose="020B0604020202020204"/>
              </a:defRPr>
            </a:lvl2pPr>
            <a:lvl3pPr algn="l">
              <a:buNone/>
              <a:defRPr sz="2025" b="0">
                <a:solidFill>
                  <a:srgbClr val="111111"/>
                </a:solidFill>
                <a:latin typeface="Arial" panose="020B0604020202020204"/>
                <a:ea typeface="Arial" panose="020B0604020202020204"/>
                <a:cs typeface="Arial" panose="020B0604020202020204"/>
              </a:defRPr>
            </a:lvl3pPr>
            <a:lvl4pPr algn="l">
              <a:buNone/>
              <a:defRPr sz="2025" b="0">
                <a:solidFill>
                  <a:srgbClr val="111111"/>
                </a:solidFill>
                <a:latin typeface="Arial" panose="020B0604020202020204"/>
                <a:ea typeface="Arial" panose="020B0604020202020204"/>
                <a:cs typeface="Arial" panose="020B0604020202020204"/>
              </a:defRPr>
            </a:lvl4pPr>
            <a:lvl5pPr algn="l">
              <a:buNone/>
              <a:defRPr sz="2025" b="0">
                <a:solidFill>
                  <a:srgbClr val="111111"/>
                </a:solidFill>
                <a:latin typeface="Arial" panose="020B0604020202020204"/>
                <a:ea typeface="Arial" panose="020B0604020202020204"/>
                <a:cs typeface="Arial" panose="020B0604020202020204"/>
              </a:defRPr>
            </a:lvl5pPr>
            <a:lvl6pPr algn="l">
              <a:buNone/>
              <a:defRPr sz="2025" b="0">
                <a:solidFill>
                  <a:srgbClr val="111111"/>
                </a:solidFill>
                <a:latin typeface="Arial" panose="020B0604020202020204"/>
                <a:ea typeface="Arial" panose="020B0604020202020204"/>
                <a:cs typeface="Arial" panose="020B0604020202020204"/>
              </a:defRPr>
            </a:lvl6pPr>
            <a:lvl7pPr algn="l">
              <a:buNone/>
              <a:defRPr sz="2025" b="0">
                <a:solidFill>
                  <a:srgbClr val="111111"/>
                </a:solidFill>
                <a:latin typeface="Arial" panose="020B0604020202020204"/>
                <a:ea typeface="Arial" panose="020B0604020202020204"/>
                <a:cs typeface="Arial" panose="020B0604020202020204"/>
              </a:defRPr>
            </a:lvl7pPr>
            <a:lvl8pPr algn="l">
              <a:buNone/>
              <a:defRPr sz="2025" b="0">
                <a:solidFill>
                  <a:srgbClr val="111111"/>
                </a:solidFill>
                <a:latin typeface="Arial" panose="020B0604020202020204"/>
                <a:ea typeface="Arial" panose="020B0604020202020204"/>
                <a:cs typeface="Arial" panose="020B0604020202020204"/>
              </a:defRPr>
            </a:lvl8pPr>
            <a:lvl9pPr algn="l">
              <a:buNone/>
              <a:defRPr sz="2025" b="0">
                <a:solidFill>
                  <a:srgbClr val="111111"/>
                </a:solidFill>
                <a:latin typeface="Arial" panose="020B0604020202020204"/>
                <a:ea typeface="Arial" panose="020B0604020202020204"/>
                <a:cs typeface="Arial" panose="020B0604020202020204"/>
              </a:defRPr>
            </a:lvl9pPr>
          </a:lstStyle>
          <a:p>
            <a:pPr algn="l">
              <a:buNone/>
              <a:defRPr sz="1800" b="0">
                <a:solidFill>
                  <a:srgbClr val="111111"/>
                </a:solidFill>
                <a:latin typeface="Arial" panose="020B0604020202020204"/>
                <a:ea typeface="Arial" panose="020B0604020202020204"/>
                <a:cs typeface="Arial" panose="020B0604020202020204"/>
              </a:defRPr>
            </a:pPr>
            <a:r>
              <a:rPr sz="1800" b="0">
                <a:solidFill>
                  <a:srgbClr val="111111"/>
                </a:solidFill>
                <a:latin typeface="Arial" panose="020B0604020202020204"/>
                <a:ea typeface="Arial" panose="020B0604020202020204"/>
                <a:cs typeface="Arial" panose="020B0604020202020204"/>
              </a:rPr>
              <a:t>Cảm biến trên thiết bị Android có thể là linh kiện phần cứng đo trực tiếp, hoặc cảm biến tổng hợp được tính từ một hay nhiều nguồn đo. Android Sensor Framework chuyển dữ liệu cảm biến đến ứng dụng để tạo tính năng như điều khiển game bằng độ nghiêng, nhận diện lắc và theo dõi chuyển động xoay.</a:t>
            </a:r>
            <a:endParaRPr sz="2025" b="0">
              <a:solidFill>
                <a:srgbClr val="111111"/>
              </a:solidFill>
              <a:latin typeface="Arial" panose="020B0604020202020204"/>
              <a:ea typeface="Arial" panose="020B0604020202020204"/>
              <a:cs typeface="Arial" panose="020B0604020202020204"/>
            </a:endParaRPr>
          </a:p>
        </p:txBody>
      </p:sp>
      <p:sp>
        <p:nvSpPr>
          <p:cNvPr id="6" name="Rectangle 5"/>
          <p:cNvSpPr>
            <a:spLocks noGrp="1"/>
          </p:cNvSpPr>
          <p:nvPr/>
        </p:nvSpPr>
        <p:spPr>
          <a:xfrm>
            <a:off x="533400" y="3114675"/>
            <a:ext cx="10715625" cy="409575"/>
          </a:xfrm>
          <a:prstGeom prst="rect">
            <a:avLst/>
          </a:prstGeom>
          <a:noFill/>
          <a:ln w="0">
            <a:noFill/>
            <a:prstDash val="solid"/>
          </a:ln>
        </p:spPr>
        <p:txBody>
          <a:bodyPr anchor="ctr"/>
          <a:lstStyle>
            <a:defPPr algn="l">
              <a:defRPr sz="1500" b="1">
                <a:solidFill>
                  <a:srgbClr val="F20D0D"/>
                </a:solidFill>
                <a:latin typeface="Arial" panose="020B0604020202020204"/>
                <a:ea typeface="Arial" panose="020B0604020202020204"/>
                <a:cs typeface="Arial" panose="020B0604020202020204"/>
              </a:defRPr>
            </a:defPPr>
            <a:lvl1pPr algn="l">
              <a:buNone/>
              <a:defRPr sz="1500" b="1">
                <a:solidFill>
                  <a:srgbClr val="F20D0D"/>
                </a:solidFill>
                <a:latin typeface="Arial" panose="020B0604020202020204"/>
                <a:ea typeface="Arial" panose="020B0604020202020204"/>
                <a:cs typeface="Arial" panose="020B0604020202020204"/>
              </a:defRPr>
            </a:lvl1pPr>
            <a:lvl2pPr algn="l">
              <a:buNone/>
              <a:defRPr sz="1500" b="1">
                <a:solidFill>
                  <a:srgbClr val="F20D0D"/>
                </a:solidFill>
                <a:latin typeface="Arial" panose="020B0604020202020204"/>
                <a:ea typeface="Arial" panose="020B0604020202020204"/>
                <a:cs typeface="Arial" panose="020B0604020202020204"/>
              </a:defRPr>
            </a:lvl2pPr>
            <a:lvl3pPr algn="l">
              <a:buNone/>
              <a:defRPr sz="1500" b="1">
                <a:solidFill>
                  <a:srgbClr val="F20D0D"/>
                </a:solidFill>
                <a:latin typeface="Arial" panose="020B0604020202020204"/>
                <a:ea typeface="Arial" panose="020B0604020202020204"/>
                <a:cs typeface="Arial" panose="020B0604020202020204"/>
              </a:defRPr>
            </a:lvl3pPr>
            <a:lvl4pPr algn="l">
              <a:buNone/>
              <a:defRPr sz="1500" b="1">
                <a:solidFill>
                  <a:srgbClr val="F20D0D"/>
                </a:solidFill>
                <a:latin typeface="Arial" panose="020B0604020202020204"/>
                <a:ea typeface="Arial" panose="020B0604020202020204"/>
                <a:cs typeface="Arial" panose="020B0604020202020204"/>
              </a:defRPr>
            </a:lvl4pPr>
            <a:lvl5pPr algn="l">
              <a:buNone/>
              <a:defRPr sz="1500" b="1">
                <a:solidFill>
                  <a:srgbClr val="F20D0D"/>
                </a:solidFill>
                <a:latin typeface="Arial" panose="020B0604020202020204"/>
                <a:ea typeface="Arial" panose="020B0604020202020204"/>
                <a:cs typeface="Arial" panose="020B0604020202020204"/>
              </a:defRPr>
            </a:lvl5pPr>
            <a:lvl6pPr algn="l">
              <a:buNone/>
              <a:defRPr sz="1500" b="1">
                <a:solidFill>
                  <a:srgbClr val="F20D0D"/>
                </a:solidFill>
                <a:latin typeface="Arial" panose="020B0604020202020204"/>
                <a:ea typeface="Arial" panose="020B0604020202020204"/>
                <a:cs typeface="Arial" panose="020B0604020202020204"/>
              </a:defRPr>
            </a:lvl6pPr>
            <a:lvl7pPr algn="l">
              <a:buNone/>
              <a:defRPr sz="1500" b="1">
                <a:solidFill>
                  <a:srgbClr val="F20D0D"/>
                </a:solidFill>
                <a:latin typeface="Arial" panose="020B0604020202020204"/>
                <a:ea typeface="Arial" panose="020B0604020202020204"/>
                <a:cs typeface="Arial" panose="020B0604020202020204"/>
              </a:defRPr>
            </a:lvl7pPr>
            <a:lvl8pPr algn="l">
              <a:buNone/>
              <a:defRPr sz="1500" b="1">
                <a:solidFill>
                  <a:srgbClr val="F20D0D"/>
                </a:solidFill>
                <a:latin typeface="Arial" panose="020B0604020202020204"/>
                <a:ea typeface="Arial" panose="020B0604020202020204"/>
                <a:cs typeface="Arial" panose="020B0604020202020204"/>
              </a:defRPr>
            </a:lvl8pPr>
            <a:lvl9pPr algn="l">
              <a:buNone/>
              <a:defRPr sz="1500" b="1">
                <a:solidFill>
                  <a:srgbClr val="F20D0D"/>
                </a:solidFill>
                <a:latin typeface="Arial" panose="020B0604020202020204"/>
                <a:ea typeface="Arial" panose="020B0604020202020204"/>
                <a:cs typeface="Arial" panose="020B0604020202020204"/>
              </a:defRPr>
            </a:lvl9pPr>
          </a:lstStyle>
          <a:p>
            <a:pPr algn="l">
              <a:buNone/>
              <a:defRPr sz="1500" b="1">
                <a:solidFill>
                  <a:srgbClr val="F20D0D"/>
                </a:solidFill>
                <a:latin typeface="Arial" panose="020B0604020202020204"/>
                <a:ea typeface="Arial" panose="020B0604020202020204"/>
                <a:cs typeface="Arial" panose="020B0604020202020204"/>
              </a:defRPr>
            </a:pPr>
            <a:endParaRPr sz="1500" b="1">
              <a:solidFill>
                <a:srgbClr val="F20D0D"/>
              </a:solidFill>
              <a:latin typeface="Arial" panose="020B0604020202020204"/>
              <a:ea typeface="Arial" panose="020B0604020202020204"/>
              <a:cs typeface="Arial" panose="020B0604020202020204"/>
            </a:endParaRPr>
          </a:p>
        </p:txBody>
      </p:sp>
      <p:sp>
        <p:nvSpPr>
          <p:cNvPr id="9" name="Rectangle 8"/>
          <p:cNvSpPr>
            <a:spLocks noGrp="1"/>
          </p:cNvSpPr>
          <p:nvPr/>
        </p:nvSpPr>
        <p:spPr>
          <a:xfrm>
            <a:off x="590550" y="5019675"/>
            <a:ext cx="10668000" cy="571500"/>
          </a:xfrm>
          <a:prstGeom prst="rect">
            <a:avLst/>
          </a:prstGeom>
          <a:noFill/>
          <a:ln w="0">
            <a:noFill/>
            <a:prstDash val="solid"/>
          </a:ln>
        </p:spPr>
        <p:txBody>
          <a:bodyPr anchor="ctr"/>
          <a:lstStyle>
            <a:defPPr algn="l">
              <a:defRPr sz="1725" b="0">
                <a:solidFill>
                  <a:srgbClr val="111111"/>
                </a:solidFill>
                <a:latin typeface="Arial" panose="020B0604020202020204"/>
                <a:ea typeface="Arial" panose="020B0604020202020204"/>
                <a:cs typeface="Arial" panose="020B0604020202020204"/>
              </a:defRPr>
            </a:defPPr>
            <a:lvl1pPr algn="l">
              <a:buNone/>
              <a:defRPr sz="1725" b="0">
                <a:solidFill>
                  <a:srgbClr val="111111"/>
                </a:solidFill>
                <a:latin typeface="Arial" panose="020B0604020202020204"/>
                <a:ea typeface="Arial" panose="020B0604020202020204"/>
                <a:cs typeface="Arial" panose="020B0604020202020204"/>
              </a:defRPr>
            </a:lvl1pPr>
            <a:lvl2pPr algn="l">
              <a:buNone/>
              <a:defRPr sz="1725" b="0">
                <a:solidFill>
                  <a:srgbClr val="111111"/>
                </a:solidFill>
                <a:latin typeface="Arial" panose="020B0604020202020204"/>
                <a:ea typeface="Arial" panose="020B0604020202020204"/>
                <a:cs typeface="Arial" panose="020B0604020202020204"/>
              </a:defRPr>
            </a:lvl2pPr>
            <a:lvl3pPr algn="l">
              <a:buNone/>
              <a:defRPr sz="1725" b="0">
                <a:solidFill>
                  <a:srgbClr val="111111"/>
                </a:solidFill>
                <a:latin typeface="Arial" panose="020B0604020202020204"/>
                <a:ea typeface="Arial" panose="020B0604020202020204"/>
                <a:cs typeface="Arial" panose="020B0604020202020204"/>
              </a:defRPr>
            </a:lvl3pPr>
            <a:lvl4pPr algn="l">
              <a:buNone/>
              <a:defRPr sz="1725" b="0">
                <a:solidFill>
                  <a:srgbClr val="111111"/>
                </a:solidFill>
                <a:latin typeface="Arial" panose="020B0604020202020204"/>
                <a:ea typeface="Arial" panose="020B0604020202020204"/>
                <a:cs typeface="Arial" panose="020B0604020202020204"/>
              </a:defRPr>
            </a:lvl4pPr>
            <a:lvl5pPr algn="l">
              <a:buNone/>
              <a:defRPr sz="1725" b="0">
                <a:solidFill>
                  <a:srgbClr val="111111"/>
                </a:solidFill>
                <a:latin typeface="Arial" panose="020B0604020202020204"/>
                <a:ea typeface="Arial" panose="020B0604020202020204"/>
                <a:cs typeface="Arial" panose="020B0604020202020204"/>
              </a:defRPr>
            </a:lvl5pPr>
            <a:lvl6pPr algn="l">
              <a:buNone/>
              <a:defRPr sz="1725" b="0">
                <a:solidFill>
                  <a:srgbClr val="111111"/>
                </a:solidFill>
                <a:latin typeface="Arial" panose="020B0604020202020204"/>
                <a:ea typeface="Arial" panose="020B0604020202020204"/>
                <a:cs typeface="Arial" panose="020B0604020202020204"/>
              </a:defRPr>
            </a:lvl6pPr>
            <a:lvl7pPr algn="l">
              <a:buNone/>
              <a:defRPr sz="1725" b="0">
                <a:solidFill>
                  <a:srgbClr val="111111"/>
                </a:solidFill>
                <a:latin typeface="Arial" panose="020B0604020202020204"/>
                <a:ea typeface="Arial" panose="020B0604020202020204"/>
                <a:cs typeface="Arial" panose="020B0604020202020204"/>
              </a:defRPr>
            </a:lvl7pPr>
            <a:lvl8pPr algn="l">
              <a:buNone/>
              <a:defRPr sz="1725" b="0">
                <a:solidFill>
                  <a:srgbClr val="111111"/>
                </a:solidFill>
                <a:latin typeface="Arial" panose="020B0604020202020204"/>
                <a:ea typeface="Arial" panose="020B0604020202020204"/>
                <a:cs typeface="Arial" panose="020B0604020202020204"/>
              </a:defRPr>
            </a:lvl8pPr>
            <a:lvl9pPr algn="l">
              <a:buNone/>
              <a:defRPr sz="1725" b="0">
                <a:solidFill>
                  <a:srgbClr val="111111"/>
                </a:solidFill>
                <a:latin typeface="Arial" panose="020B0604020202020204"/>
                <a:ea typeface="Arial" panose="020B0604020202020204"/>
                <a:cs typeface="Arial" panose="020B0604020202020204"/>
              </a:defRPr>
            </a:lvl9pPr>
          </a:lstStyle>
          <a:p>
            <a:pPr algn="l">
              <a:buNone/>
              <a:defRPr sz="1725" b="0">
                <a:solidFill>
                  <a:srgbClr val="111111"/>
                </a:solidFill>
                <a:latin typeface="Arial" panose="020B0604020202020204"/>
                <a:ea typeface="Arial" panose="020B0604020202020204"/>
                <a:cs typeface="Arial" panose="020B0604020202020204"/>
              </a:defRPr>
            </a:pPr>
            <a:endParaRPr sz="1725" b="0">
              <a:solidFill>
                <a:srgbClr val="111111"/>
              </a:solidFill>
              <a:latin typeface="Arial" panose="020B0604020202020204"/>
              <a:ea typeface="Arial" panose="020B0604020202020204"/>
              <a:cs typeface="Arial" panose="020B0604020202020204"/>
            </a:endParaRPr>
          </a:p>
        </p:txBody>
      </p:sp>
      <p:pic>
        <p:nvPicPr>
          <p:cNvPr id="12" name="Picture 11"/>
          <p:cNvPicPr>
            <a:picLocks noChangeAspect="1"/>
          </p:cNvPicPr>
          <p:nvPr/>
        </p:nvPicPr>
        <p:blipFill>
          <a:blip r:embed="rId1"/>
          <a:stretch>
            <a:fillRect/>
          </a:stretch>
        </p:blipFill>
        <p:spPr>
          <a:xfrm>
            <a:off x="2423795" y="3068955"/>
            <a:ext cx="6525260" cy="301879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36" name="Rectangle 35"/>
          <p:cNvSpPr>
            <a:spLocks noGrp="1"/>
          </p:cNvSpPr>
          <p:nvPr/>
        </p:nvSpPr>
        <p:spPr>
          <a:xfrm>
            <a:off x="342900" y="152400"/>
            <a:ext cx="11401425" cy="466725"/>
          </a:xfrm>
          <a:prstGeom prst="rect">
            <a:avLst/>
          </a:prstGeom>
          <a:noFill/>
          <a:ln w="0">
            <a:noFill/>
            <a:prstDash val="solid"/>
          </a:ln>
        </p:spPr>
        <p:txBody>
          <a:bodyPr anchor="ctr"/>
          <a:lstStyle>
            <a:defPPr algn="l">
              <a:defRPr sz="2175" b="1">
                <a:solidFill>
                  <a:srgbClr val="111111"/>
                </a:solidFill>
                <a:latin typeface="Arial" panose="020B0604020202020204"/>
                <a:ea typeface="Arial" panose="020B0604020202020204"/>
                <a:cs typeface="Arial" panose="020B0604020202020204"/>
              </a:defRPr>
            </a:defPPr>
            <a:lvl1pPr algn="l">
              <a:buNone/>
              <a:defRPr sz="2175" b="1">
                <a:solidFill>
                  <a:srgbClr val="111111"/>
                </a:solidFill>
                <a:latin typeface="Arial" panose="020B0604020202020204"/>
                <a:ea typeface="Arial" panose="020B0604020202020204"/>
                <a:cs typeface="Arial" panose="020B0604020202020204"/>
              </a:defRPr>
            </a:lvl1pPr>
            <a:lvl2pPr algn="l">
              <a:buNone/>
              <a:defRPr sz="2175" b="1">
                <a:solidFill>
                  <a:srgbClr val="111111"/>
                </a:solidFill>
                <a:latin typeface="Arial" panose="020B0604020202020204"/>
                <a:ea typeface="Arial" panose="020B0604020202020204"/>
                <a:cs typeface="Arial" panose="020B0604020202020204"/>
              </a:defRPr>
            </a:lvl2pPr>
            <a:lvl3pPr algn="l">
              <a:buNone/>
              <a:defRPr sz="2175" b="1">
                <a:solidFill>
                  <a:srgbClr val="111111"/>
                </a:solidFill>
                <a:latin typeface="Arial" panose="020B0604020202020204"/>
                <a:ea typeface="Arial" panose="020B0604020202020204"/>
                <a:cs typeface="Arial" panose="020B0604020202020204"/>
              </a:defRPr>
            </a:lvl3pPr>
            <a:lvl4pPr algn="l">
              <a:buNone/>
              <a:defRPr sz="2175" b="1">
                <a:solidFill>
                  <a:srgbClr val="111111"/>
                </a:solidFill>
                <a:latin typeface="Arial" panose="020B0604020202020204"/>
                <a:ea typeface="Arial" panose="020B0604020202020204"/>
                <a:cs typeface="Arial" panose="020B0604020202020204"/>
              </a:defRPr>
            </a:lvl4pPr>
            <a:lvl5pPr algn="l">
              <a:buNone/>
              <a:defRPr sz="2175" b="1">
                <a:solidFill>
                  <a:srgbClr val="111111"/>
                </a:solidFill>
                <a:latin typeface="Arial" panose="020B0604020202020204"/>
                <a:ea typeface="Arial" panose="020B0604020202020204"/>
                <a:cs typeface="Arial" panose="020B0604020202020204"/>
              </a:defRPr>
            </a:lvl5pPr>
            <a:lvl6pPr algn="l">
              <a:buNone/>
              <a:defRPr sz="2175" b="1">
                <a:solidFill>
                  <a:srgbClr val="111111"/>
                </a:solidFill>
                <a:latin typeface="Arial" panose="020B0604020202020204"/>
                <a:ea typeface="Arial" panose="020B0604020202020204"/>
                <a:cs typeface="Arial" panose="020B0604020202020204"/>
              </a:defRPr>
            </a:lvl6pPr>
            <a:lvl7pPr algn="l">
              <a:buNone/>
              <a:defRPr sz="2175" b="1">
                <a:solidFill>
                  <a:srgbClr val="111111"/>
                </a:solidFill>
                <a:latin typeface="Arial" panose="020B0604020202020204"/>
                <a:ea typeface="Arial" panose="020B0604020202020204"/>
                <a:cs typeface="Arial" panose="020B0604020202020204"/>
              </a:defRPr>
            </a:lvl7pPr>
            <a:lvl8pPr algn="l">
              <a:buNone/>
              <a:defRPr sz="2175" b="1">
                <a:solidFill>
                  <a:srgbClr val="111111"/>
                </a:solidFill>
                <a:latin typeface="Arial" panose="020B0604020202020204"/>
                <a:ea typeface="Arial" panose="020B0604020202020204"/>
                <a:cs typeface="Arial" panose="020B0604020202020204"/>
              </a:defRPr>
            </a:lvl8pPr>
            <a:lvl9pPr algn="l">
              <a:buNone/>
              <a:defRPr sz="2175" b="1">
                <a:solidFill>
                  <a:srgbClr val="111111"/>
                </a:solidFill>
                <a:latin typeface="Arial" panose="020B0604020202020204"/>
                <a:ea typeface="Arial" panose="020B0604020202020204"/>
                <a:cs typeface="Arial" panose="020B0604020202020204"/>
              </a:defRPr>
            </a:lvl9pPr>
          </a:lstStyle>
          <a:p>
            <a:pPr algn="l">
              <a:buNone/>
              <a:defRPr sz="2175" b="1">
                <a:solidFill>
                  <a:srgbClr val="111111"/>
                </a:solidFill>
                <a:latin typeface="Arial" panose="020B0604020202020204"/>
                <a:ea typeface="Arial" panose="020B0604020202020204"/>
                <a:cs typeface="Arial" panose="020B0604020202020204"/>
              </a:defRPr>
            </a:pPr>
            <a:r>
              <a:rPr sz="2175" b="1" u="heavy">
                <a:solidFill>
                  <a:srgbClr val="111111"/>
                </a:solidFill>
                <a:latin typeface="Arial" panose="020B0604020202020204"/>
                <a:ea typeface="Arial" panose="020B0604020202020204"/>
                <a:cs typeface="Arial" panose="020B0604020202020204"/>
              </a:rPr>
              <a:t>Các</a:t>
            </a:r>
            <a:r>
              <a:rPr sz="2175" b="1">
                <a:solidFill>
                  <a:srgbClr val="111111"/>
                </a:solidFill>
                <a:latin typeface="Arial" panose="020B0604020202020204"/>
                <a:ea typeface="Arial" panose="020B0604020202020204"/>
                <a:cs typeface="Arial" panose="020B0604020202020204"/>
              </a:rPr>
              <a:t> loại cảm biến trong Android</a:t>
            </a:r>
            <a:endParaRPr sz="2175" b="1">
              <a:solidFill>
                <a:srgbClr val="111111"/>
              </a:solidFill>
              <a:latin typeface="Arial" panose="020B0604020202020204"/>
              <a:ea typeface="Arial" panose="020B0604020202020204"/>
              <a:cs typeface="Arial" panose="020B0604020202020204"/>
            </a:endParaRPr>
          </a:p>
        </p:txBody>
      </p:sp>
      <p:sp>
        <p:nvSpPr>
          <p:cNvPr id="2" name="Rectangle 1"/>
          <p:cNvSpPr>
            <a:spLocks noGrp="1"/>
          </p:cNvSpPr>
          <p:nvPr/>
        </p:nvSpPr>
        <p:spPr>
          <a:xfrm>
            <a:off x="0" y="666750"/>
            <a:ext cx="12192000" cy="95250"/>
          </a:xfrm>
          <a:prstGeom prst="rect">
            <a:avLst/>
          </a:prstGeom>
          <a:solidFill>
            <a:srgbClr val="4E8DF6"/>
          </a:solidFill>
          <a:ln w="9525">
            <a:solidFill>
              <a:srgbClr val="4E8DF6"/>
            </a:solidFill>
            <a:prstDash val="solid"/>
          </a:ln>
        </p:spPr>
      </p:sp>
      <p:sp>
        <p:nvSpPr>
          <p:cNvPr id="3" name="Rectangle 2"/>
          <p:cNvSpPr>
            <a:spLocks noGrp="1"/>
          </p:cNvSpPr>
          <p:nvPr/>
        </p:nvSpPr>
        <p:spPr>
          <a:xfrm>
            <a:off x="485775" y="1400175"/>
            <a:ext cx="2257425" cy="514350"/>
          </a:xfrm>
          <a:prstGeom prst="rect">
            <a:avLst/>
          </a:prstGeom>
          <a:solidFill>
            <a:srgbClr val="4E8DF6"/>
          </a:solidFill>
          <a:ln w="9525">
            <a:solidFill>
              <a:srgbClr val="4E8DF6"/>
            </a:solidFill>
            <a:prstDash val="solid"/>
          </a:ln>
        </p:spPr>
        <p:txBody>
          <a:bodyPr/>
          <a:lstStyle/>
          <a:p/>
        </p:txBody>
      </p:sp>
      <p:sp>
        <p:nvSpPr>
          <p:cNvPr id="4" name="Rectangle 3"/>
          <p:cNvSpPr>
            <a:spLocks noGrp="1"/>
          </p:cNvSpPr>
          <p:nvPr/>
        </p:nvSpPr>
        <p:spPr>
          <a:xfrm>
            <a:off x="628650" y="1466850"/>
            <a:ext cx="1971675" cy="371475"/>
          </a:xfrm>
          <a:prstGeom prst="rect">
            <a:avLst/>
          </a:prstGeom>
          <a:noFill/>
          <a:ln w="0">
            <a:noFill/>
            <a:prstDash val="solid"/>
          </a:ln>
        </p:spPr>
        <p:txBody>
          <a:bodyPr anchor="ctr"/>
          <a:lstStyle>
            <a:defPPr algn="l">
              <a:defRPr sz="1500" b="1">
                <a:solidFill>
                  <a:srgbClr val="FFFFFF"/>
                </a:solidFill>
                <a:latin typeface="Arial" panose="020B0604020202020204"/>
                <a:ea typeface="Arial" panose="020B0604020202020204"/>
                <a:cs typeface="Arial" panose="020B0604020202020204"/>
              </a:defRPr>
            </a:defPPr>
            <a:lvl1pPr algn="l">
              <a:buNone/>
              <a:defRPr sz="1500" b="1">
                <a:solidFill>
                  <a:srgbClr val="FFFFFF"/>
                </a:solidFill>
                <a:latin typeface="Arial" panose="020B0604020202020204"/>
                <a:ea typeface="Arial" panose="020B0604020202020204"/>
                <a:cs typeface="Arial" panose="020B0604020202020204"/>
              </a:defRPr>
            </a:lvl1pPr>
            <a:lvl2pPr algn="l">
              <a:buNone/>
              <a:defRPr sz="1500" b="1">
                <a:solidFill>
                  <a:srgbClr val="FFFFFF"/>
                </a:solidFill>
                <a:latin typeface="Arial" panose="020B0604020202020204"/>
                <a:ea typeface="Arial" panose="020B0604020202020204"/>
                <a:cs typeface="Arial" panose="020B0604020202020204"/>
              </a:defRPr>
            </a:lvl2pPr>
            <a:lvl3pPr algn="l">
              <a:buNone/>
              <a:defRPr sz="1500" b="1">
                <a:solidFill>
                  <a:srgbClr val="FFFFFF"/>
                </a:solidFill>
                <a:latin typeface="Arial" panose="020B0604020202020204"/>
                <a:ea typeface="Arial" panose="020B0604020202020204"/>
                <a:cs typeface="Arial" panose="020B0604020202020204"/>
              </a:defRPr>
            </a:lvl3pPr>
            <a:lvl4pPr algn="l">
              <a:buNone/>
              <a:defRPr sz="1500" b="1">
                <a:solidFill>
                  <a:srgbClr val="FFFFFF"/>
                </a:solidFill>
                <a:latin typeface="Arial" panose="020B0604020202020204"/>
                <a:ea typeface="Arial" panose="020B0604020202020204"/>
                <a:cs typeface="Arial" panose="020B0604020202020204"/>
              </a:defRPr>
            </a:lvl4pPr>
            <a:lvl5pPr algn="l">
              <a:buNone/>
              <a:defRPr sz="1500" b="1">
                <a:solidFill>
                  <a:srgbClr val="FFFFFF"/>
                </a:solidFill>
                <a:latin typeface="Arial" panose="020B0604020202020204"/>
                <a:ea typeface="Arial" panose="020B0604020202020204"/>
                <a:cs typeface="Arial" panose="020B0604020202020204"/>
              </a:defRPr>
            </a:lvl5pPr>
            <a:lvl6pPr algn="l">
              <a:buNone/>
              <a:defRPr sz="1500" b="1">
                <a:solidFill>
                  <a:srgbClr val="FFFFFF"/>
                </a:solidFill>
                <a:latin typeface="Arial" panose="020B0604020202020204"/>
                <a:ea typeface="Arial" panose="020B0604020202020204"/>
                <a:cs typeface="Arial" panose="020B0604020202020204"/>
              </a:defRPr>
            </a:lvl6pPr>
            <a:lvl7pPr algn="l">
              <a:buNone/>
              <a:defRPr sz="1500" b="1">
                <a:solidFill>
                  <a:srgbClr val="FFFFFF"/>
                </a:solidFill>
                <a:latin typeface="Arial" panose="020B0604020202020204"/>
                <a:ea typeface="Arial" panose="020B0604020202020204"/>
                <a:cs typeface="Arial" panose="020B0604020202020204"/>
              </a:defRPr>
            </a:lvl7pPr>
            <a:lvl8pPr algn="l">
              <a:buNone/>
              <a:defRPr sz="1500" b="1">
                <a:solidFill>
                  <a:srgbClr val="FFFFFF"/>
                </a:solidFill>
                <a:latin typeface="Arial" panose="020B0604020202020204"/>
                <a:ea typeface="Arial" panose="020B0604020202020204"/>
                <a:cs typeface="Arial" panose="020B0604020202020204"/>
              </a:defRPr>
            </a:lvl8pPr>
            <a:lvl9pPr algn="l">
              <a:buNone/>
              <a:defRPr sz="1500" b="1">
                <a:solidFill>
                  <a:srgbClr val="FFFFFF"/>
                </a:solidFill>
                <a:latin typeface="Arial" panose="020B0604020202020204"/>
                <a:ea typeface="Arial" panose="020B0604020202020204"/>
                <a:cs typeface="Arial" panose="020B0604020202020204"/>
              </a:defRPr>
            </a:lvl9pPr>
          </a:lstStyle>
          <a:p>
            <a:pPr algn="l">
              <a:buNone/>
              <a:defRPr sz="1500" b="1">
                <a:solidFill>
                  <a:srgbClr val="FFFFFF"/>
                </a:solidFill>
                <a:latin typeface="Arial" panose="020B0604020202020204"/>
                <a:ea typeface="Arial" panose="020B0604020202020204"/>
                <a:cs typeface="Arial" panose="020B0604020202020204"/>
              </a:defRPr>
            </a:pPr>
            <a:r>
              <a:rPr sz="1800" b="1">
                <a:solidFill>
                  <a:schemeClr val="tx1"/>
                </a:solidFill>
                <a:latin typeface="Arial" panose="020B0604020202020204"/>
                <a:ea typeface="Arial" panose="020B0604020202020204"/>
                <a:cs typeface="Arial" panose="020B0604020202020204"/>
              </a:rPr>
              <a:t>Nhóm</a:t>
            </a:r>
            <a:endParaRPr sz="1800" b="1">
              <a:solidFill>
                <a:schemeClr val="tx1"/>
              </a:solidFill>
              <a:latin typeface="Arial" panose="020B0604020202020204"/>
              <a:ea typeface="Arial" panose="020B0604020202020204"/>
              <a:cs typeface="Arial" panose="020B0604020202020204"/>
            </a:endParaRPr>
          </a:p>
        </p:txBody>
      </p:sp>
      <p:sp>
        <p:nvSpPr>
          <p:cNvPr id="5" name="Rectangle 4"/>
          <p:cNvSpPr>
            <a:spLocks noGrp="1"/>
          </p:cNvSpPr>
          <p:nvPr/>
        </p:nvSpPr>
        <p:spPr>
          <a:xfrm>
            <a:off x="2743200" y="1400175"/>
            <a:ext cx="2476500" cy="514350"/>
          </a:xfrm>
          <a:prstGeom prst="rect">
            <a:avLst/>
          </a:prstGeom>
          <a:solidFill>
            <a:srgbClr val="4E8DF6"/>
          </a:solidFill>
          <a:ln w="9525">
            <a:solidFill>
              <a:srgbClr val="4E8DF6"/>
            </a:solidFill>
            <a:prstDash val="solid"/>
          </a:ln>
        </p:spPr>
      </p:sp>
      <p:sp>
        <p:nvSpPr>
          <p:cNvPr id="6" name="Rectangle 5"/>
          <p:cNvSpPr>
            <a:spLocks noGrp="1"/>
          </p:cNvSpPr>
          <p:nvPr/>
        </p:nvSpPr>
        <p:spPr>
          <a:xfrm>
            <a:off x="2886075" y="1466850"/>
            <a:ext cx="2190750" cy="371475"/>
          </a:xfrm>
          <a:prstGeom prst="rect">
            <a:avLst/>
          </a:prstGeom>
          <a:noFill/>
          <a:ln w="0">
            <a:noFill/>
            <a:prstDash val="solid"/>
          </a:ln>
        </p:spPr>
        <p:txBody>
          <a:bodyPr anchor="ctr"/>
          <a:lstStyle>
            <a:defPPr algn="l">
              <a:defRPr sz="1500" b="1">
                <a:solidFill>
                  <a:srgbClr val="FFFFFF"/>
                </a:solidFill>
                <a:latin typeface="Arial" panose="020B0604020202020204"/>
                <a:ea typeface="Arial" panose="020B0604020202020204"/>
                <a:cs typeface="Arial" panose="020B0604020202020204"/>
              </a:defRPr>
            </a:defPPr>
            <a:lvl1pPr algn="l">
              <a:buNone/>
              <a:defRPr sz="1500" b="1">
                <a:solidFill>
                  <a:srgbClr val="FFFFFF"/>
                </a:solidFill>
                <a:latin typeface="Arial" panose="020B0604020202020204"/>
                <a:ea typeface="Arial" panose="020B0604020202020204"/>
                <a:cs typeface="Arial" panose="020B0604020202020204"/>
              </a:defRPr>
            </a:lvl1pPr>
            <a:lvl2pPr algn="l">
              <a:buNone/>
              <a:defRPr sz="1500" b="1">
                <a:solidFill>
                  <a:srgbClr val="FFFFFF"/>
                </a:solidFill>
                <a:latin typeface="Arial" panose="020B0604020202020204"/>
                <a:ea typeface="Arial" panose="020B0604020202020204"/>
                <a:cs typeface="Arial" panose="020B0604020202020204"/>
              </a:defRPr>
            </a:lvl2pPr>
            <a:lvl3pPr algn="l">
              <a:buNone/>
              <a:defRPr sz="1500" b="1">
                <a:solidFill>
                  <a:srgbClr val="FFFFFF"/>
                </a:solidFill>
                <a:latin typeface="Arial" panose="020B0604020202020204"/>
                <a:ea typeface="Arial" panose="020B0604020202020204"/>
                <a:cs typeface="Arial" panose="020B0604020202020204"/>
              </a:defRPr>
            </a:lvl3pPr>
            <a:lvl4pPr algn="l">
              <a:buNone/>
              <a:defRPr sz="1500" b="1">
                <a:solidFill>
                  <a:srgbClr val="FFFFFF"/>
                </a:solidFill>
                <a:latin typeface="Arial" panose="020B0604020202020204"/>
                <a:ea typeface="Arial" panose="020B0604020202020204"/>
                <a:cs typeface="Arial" panose="020B0604020202020204"/>
              </a:defRPr>
            </a:lvl4pPr>
            <a:lvl5pPr algn="l">
              <a:buNone/>
              <a:defRPr sz="1500" b="1">
                <a:solidFill>
                  <a:srgbClr val="FFFFFF"/>
                </a:solidFill>
                <a:latin typeface="Arial" panose="020B0604020202020204"/>
                <a:ea typeface="Arial" panose="020B0604020202020204"/>
                <a:cs typeface="Arial" panose="020B0604020202020204"/>
              </a:defRPr>
            </a:lvl5pPr>
            <a:lvl6pPr algn="l">
              <a:buNone/>
              <a:defRPr sz="1500" b="1">
                <a:solidFill>
                  <a:srgbClr val="FFFFFF"/>
                </a:solidFill>
                <a:latin typeface="Arial" panose="020B0604020202020204"/>
                <a:ea typeface="Arial" panose="020B0604020202020204"/>
                <a:cs typeface="Arial" panose="020B0604020202020204"/>
              </a:defRPr>
            </a:lvl6pPr>
            <a:lvl7pPr algn="l">
              <a:buNone/>
              <a:defRPr sz="1500" b="1">
                <a:solidFill>
                  <a:srgbClr val="FFFFFF"/>
                </a:solidFill>
                <a:latin typeface="Arial" panose="020B0604020202020204"/>
                <a:ea typeface="Arial" panose="020B0604020202020204"/>
                <a:cs typeface="Arial" panose="020B0604020202020204"/>
              </a:defRPr>
            </a:lvl7pPr>
            <a:lvl8pPr algn="l">
              <a:buNone/>
              <a:defRPr sz="1500" b="1">
                <a:solidFill>
                  <a:srgbClr val="FFFFFF"/>
                </a:solidFill>
                <a:latin typeface="Arial" panose="020B0604020202020204"/>
                <a:ea typeface="Arial" panose="020B0604020202020204"/>
                <a:cs typeface="Arial" panose="020B0604020202020204"/>
              </a:defRPr>
            </a:lvl8pPr>
            <a:lvl9pPr algn="l">
              <a:buNone/>
              <a:defRPr sz="1500" b="1">
                <a:solidFill>
                  <a:srgbClr val="FFFFFF"/>
                </a:solidFill>
                <a:latin typeface="Arial" panose="020B0604020202020204"/>
                <a:ea typeface="Arial" panose="020B0604020202020204"/>
                <a:cs typeface="Arial" panose="020B0604020202020204"/>
              </a:defRPr>
            </a:lvl9pPr>
          </a:lstStyle>
          <a:p>
            <a:pPr algn="l">
              <a:buNone/>
              <a:defRPr sz="1500" b="1">
                <a:solidFill>
                  <a:srgbClr val="FFFFFF"/>
                </a:solidFill>
                <a:latin typeface="Arial" panose="020B0604020202020204"/>
                <a:ea typeface="Arial" panose="020B0604020202020204"/>
                <a:cs typeface="Arial" panose="020B0604020202020204"/>
              </a:defRPr>
            </a:pPr>
            <a:r>
              <a:rPr sz="1500" b="1">
                <a:solidFill>
                  <a:srgbClr val="111111"/>
                </a:solidFill>
                <a:latin typeface="Arial" panose="020B0604020202020204"/>
                <a:ea typeface="Arial" panose="020B0604020202020204"/>
                <a:cs typeface="Arial" panose="020B0604020202020204"/>
              </a:rPr>
              <a:t>Chức </a:t>
            </a:r>
            <a:r>
              <a:rPr sz="1500" b="1">
                <a:solidFill>
                  <a:srgbClr val="111111"/>
                </a:solidFill>
                <a:latin typeface="Arial" panose="020B0604020202020204"/>
                <a:ea typeface="Arial" panose="020B0604020202020204"/>
                <a:cs typeface="Arial" panose="020B0604020202020204"/>
              </a:rPr>
              <a:t>Năng</a:t>
            </a:r>
            <a:endParaRPr sz="1500" b="1">
              <a:solidFill>
                <a:srgbClr val="111111"/>
              </a:solidFill>
              <a:latin typeface="Arial" panose="020B0604020202020204"/>
              <a:ea typeface="Arial" panose="020B0604020202020204"/>
              <a:cs typeface="Arial" panose="020B0604020202020204"/>
            </a:endParaRPr>
          </a:p>
        </p:txBody>
      </p:sp>
      <p:sp>
        <p:nvSpPr>
          <p:cNvPr id="7" name="Rectangle 6"/>
          <p:cNvSpPr>
            <a:spLocks noGrp="1"/>
          </p:cNvSpPr>
          <p:nvPr/>
        </p:nvSpPr>
        <p:spPr>
          <a:xfrm>
            <a:off x="5219700" y="1400175"/>
            <a:ext cx="3971925" cy="514350"/>
          </a:xfrm>
          <a:prstGeom prst="rect">
            <a:avLst/>
          </a:prstGeom>
          <a:solidFill>
            <a:srgbClr val="4E8DF6"/>
          </a:solidFill>
          <a:ln w="9525">
            <a:solidFill>
              <a:srgbClr val="4E8DF6"/>
            </a:solidFill>
            <a:prstDash val="solid"/>
          </a:ln>
        </p:spPr>
      </p:sp>
      <p:sp>
        <p:nvSpPr>
          <p:cNvPr id="8" name="Rectangle 7"/>
          <p:cNvSpPr>
            <a:spLocks noGrp="1"/>
          </p:cNvSpPr>
          <p:nvPr/>
        </p:nvSpPr>
        <p:spPr>
          <a:xfrm>
            <a:off x="5362575" y="1466850"/>
            <a:ext cx="3686175" cy="371475"/>
          </a:xfrm>
          <a:prstGeom prst="rect">
            <a:avLst/>
          </a:prstGeom>
          <a:noFill/>
          <a:ln w="0">
            <a:noFill/>
            <a:prstDash val="solid"/>
          </a:ln>
        </p:spPr>
        <p:txBody>
          <a:bodyPr anchor="ctr"/>
          <a:lstStyle>
            <a:defPPr algn="l">
              <a:defRPr sz="1500" b="1">
                <a:solidFill>
                  <a:srgbClr val="FFFFFF"/>
                </a:solidFill>
                <a:latin typeface="Arial" panose="020B0604020202020204"/>
                <a:ea typeface="Arial" panose="020B0604020202020204"/>
                <a:cs typeface="Arial" panose="020B0604020202020204"/>
              </a:defRPr>
            </a:defPPr>
            <a:lvl1pPr algn="l">
              <a:buNone/>
              <a:defRPr sz="1500" b="1">
                <a:solidFill>
                  <a:srgbClr val="FFFFFF"/>
                </a:solidFill>
                <a:latin typeface="Arial" panose="020B0604020202020204"/>
                <a:ea typeface="Arial" panose="020B0604020202020204"/>
                <a:cs typeface="Arial" panose="020B0604020202020204"/>
              </a:defRPr>
            </a:lvl1pPr>
            <a:lvl2pPr algn="l">
              <a:buNone/>
              <a:defRPr sz="1500" b="1">
                <a:solidFill>
                  <a:srgbClr val="FFFFFF"/>
                </a:solidFill>
                <a:latin typeface="Arial" panose="020B0604020202020204"/>
                <a:ea typeface="Arial" panose="020B0604020202020204"/>
                <a:cs typeface="Arial" panose="020B0604020202020204"/>
              </a:defRPr>
            </a:lvl2pPr>
            <a:lvl3pPr algn="l">
              <a:buNone/>
              <a:defRPr sz="1500" b="1">
                <a:solidFill>
                  <a:srgbClr val="FFFFFF"/>
                </a:solidFill>
                <a:latin typeface="Arial" panose="020B0604020202020204"/>
                <a:ea typeface="Arial" panose="020B0604020202020204"/>
                <a:cs typeface="Arial" panose="020B0604020202020204"/>
              </a:defRPr>
            </a:lvl3pPr>
            <a:lvl4pPr algn="l">
              <a:buNone/>
              <a:defRPr sz="1500" b="1">
                <a:solidFill>
                  <a:srgbClr val="FFFFFF"/>
                </a:solidFill>
                <a:latin typeface="Arial" panose="020B0604020202020204"/>
                <a:ea typeface="Arial" panose="020B0604020202020204"/>
                <a:cs typeface="Arial" panose="020B0604020202020204"/>
              </a:defRPr>
            </a:lvl4pPr>
            <a:lvl5pPr algn="l">
              <a:buNone/>
              <a:defRPr sz="1500" b="1">
                <a:solidFill>
                  <a:srgbClr val="FFFFFF"/>
                </a:solidFill>
                <a:latin typeface="Arial" panose="020B0604020202020204"/>
                <a:ea typeface="Arial" panose="020B0604020202020204"/>
                <a:cs typeface="Arial" panose="020B0604020202020204"/>
              </a:defRPr>
            </a:lvl5pPr>
            <a:lvl6pPr algn="l">
              <a:buNone/>
              <a:defRPr sz="1500" b="1">
                <a:solidFill>
                  <a:srgbClr val="FFFFFF"/>
                </a:solidFill>
                <a:latin typeface="Arial" panose="020B0604020202020204"/>
                <a:ea typeface="Arial" panose="020B0604020202020204"/>
                <a:cs typeface="Arial" panose="020B0604020202020204"/>
              </a:defRPr>
            </a:lvl6pPr>
            <a:lvl7pPr algn="l">
              <a:buNone/>
              <a:defRPr sz="1500" b="1">
                <a:solidFill>
                  <a:srgbClr val="FFFFFF"/>
                </a:solidFill>
                <a:latin typeface="Arial" panose="020B0604020202020204"/>
                <a:ea typeface="Arial" panose="020B0604020202020204"/>
                <a:cs typeface="Arial" panose="020B0604020202020204"/>
              </a:defRPr>
            </a:lvl7pPr>
            <a:lvl8pPr algn="l">
              <a:buNone/>
              <a:defRPr sz="1500" b="1">
                <a:solidFill>
                  <a:srgbClr val="FFFFFF"/>
                </a:solidFill>
                <a:latin typeface="Arial" panose="020B0604020202020204"/>
                <a:ea typeface="Arial" panose="020B0604020202020204"/>
                <a:cs typeface="Arial" panose="020B0604020202020204"/>
              </a:defRPr>
            </a:lvl8pPr>
            <a:lvl9pPr algn="l">
              <a:buNone/>
              <a:defRPr sz="1500" b="1">
                <a:solidFill>
                  <a:srgbClr val="FFFFFF"/>
                </a:solidFill>
                <a:latin typeface="Arial" panose="020B0604020202020204"/>
                <a:ea typeface="Arial" panose="020B0604020202020204"/>
                <a:cs typeface="Arial" panose="020B0604020202020204"/>
              </a:defRPr>
            </a:lvl9pPr>
          </a:lstStyle>
          <a:p>
            <a:pPr algn="l">
              <a:buNone/>
              <a:defRPr sz="1500" b="1">
                <a:solidFill>
                  <a:srgbClr val="FFFFFF"/>
                </a:solidFill>
                <a:latin typeface="Arial" panose="020B0604020202020204"/>
                <a:ea typeface="Arial" panose="020B0604020202020204"/>
                <a:cs typeface="Arial" panose="020B0604020202020204"/>
              </a:defRPr>
            </a:pPr>
            <a:r>
              <a:rPr sz="1800" b="1">
                <a:solidFill>
                  <a:schemeClr val="tx1"/>
                </a:solidFill>
                <a:latin typeface="Arial" panose="020B0604020202020204"/>
                <a:ea typeface="Arial" panose="020B0604020202020204"/>
                <a:cs typeface="Arial" panose="020B0604020202020204"/>
              </a:rPr>
              <a:t>Cảm biến tiêu biểu</a:t>
            </a:r>
            <a:endParaRPr sz="1800" b="1">
              <a:solidFill>
                <a:schemeClr val="tx1"/>
              </a:solidFill>
              <a:latin typeface="Arial" panose="020B0604020202020204"/>
              <a:ea typeface="Arial" panose="020B0604020202020204"/>
              <a:cs typeface="Arial" panose="020B0604020202020204"/>
            </a:endParaRPr>
          </a:p>
        </p:txBody>
      </p:sp>
      <p:sp>
        <p:nvSpPr>
          <p:cNvPr id="9" name="Rectangle 8"/>
          <p:cNvSpPr>
            <a:spLocks noGrp="1"/>
          </p:cNvSpPr>
          <p:nvPr/>
        </p:nvSpPr>
        <p:spPr>
          <a:xfrm>
            <a:off x="9191625" y="1400175"/>
            <a:ext cx="2514600" cy="514350"/>
          </a:xfrm>
          <a:prstGeom prst="rect">
            <a:avLst/>
          </a:prstGeom>
          <a:solidFill>
            <a:srgbClr val="4E8DF6"/>
          </a:solidFill>
          <a:ln w="9525">
            <a:solidFill>
              <a:srgbClr val="4E8DF6"/>
            </a:solidFill>
            <a:prstDash val="solid"/>
          </a:ln>
        </p:spPr>
      </p:sp>
      <p:sp>
        <p:nvSpPr>
          <p:cNvPr id="10" name="Rectangle 9"/>
          <p:cNvSpPr>
            <a:spLocks noGrp="1"/>
          </p:cNvSpPr>
          <p:nvPr/>
        </p:nvSpPr>
        <p:spPr>
          <a:xfrm>
            <a:off x="9334500" y="1466850"/>
            <a:ext cx="2228850" cy="371475"/>
          </a:xfrm>
          <a:prstGeom prst="rect">
            <a:avLst/>
          </a:prstGeom>
          <a:noFill/>
          <a:ln w="0">
            <a:noFill/>
            <a:prstDash val="solid"/>
          </a:ln>
        </p:spPr>
        <p:txBody>
          <a:bodyPr anchor="ctr"/>
          <a:lstStyle>
            <a:defPPr algn="l">
              <a:defRPr sz="1500" b="1">
                <a:solidFill>
                  <a:srgbClr val="FFFFFF"/>
                </a:solidFill>
                <a:latin typeface="Arial" panose="020B0604020202020204"/>
                <a:ea typeface="Arial" panose="020B0604020202020204"/>
                <a:cs typeface="Arial" panose="020B0604020202020204"/>
              </a:defRPr>
            </a:defPPr>
            <a:lvl1pPr algn="l">
              <a:buNone/>
              <a:defRPr sz="1500" b="1">
                <a:solidFill>
                  <a:srgbClr val="FFFFFF"/>
                </a:solidFill>
                <a:latin typeface="Arial" panose="020B0604020202020204"/>
                <a:ea typeface="Arial" panose="020B0604020202020204"/>
                <a:cs typeface="Arial" panose="020B0604020202020204"/>
              </a:defRPr>
            </a:lvl1pPr>
            <a:lvl2pPr algn="l">
              <a:buNone/>
              <a:defRPr sz="1500" b="1">
                <a:solidFill>
                  <a:srgbClr val="FFFFFF"/>
                </a:solidFill>
                <a:latin typeface="Arial" panose="020B0604020202020204"/>
                <a:ea typeface="Arial" panose="020B0604020202020204"/>
                <a:cs typeface="Arial" panose="020B0604020202020204"/>
              </a:defRPr>
            </a:lvl2pPr>
            <a:lvl3pPr algn="l">
              <a:buNone/>
              <a:defRPr sz="1500" b="1">
                <a:solidFill>
                  <a:srgbClr val="FFFFFF"/>
                </a:solidFill>
                <a:latin typeface="Arial" panose="020B0604020202020204"/>
                <a:ea typeface="Arial" panose="020B0604020202020204"/>
                <a:cs typeface="Arial" panose="020B0604020202020204"/>
              </a:defRPr>
            </a:lvl3pPr>
            <a:lvl4pPr algn="l">
              <a:buNone/>
              <a:defRPr sz="1500" b="1">
                <a:solidFill>
                  <a:srgbClr val="FFFFFF"/>
                </a:solidFill>
                <a:latin typeface="Arial" panose="020B0604020202020204"/>
                <a:ea typeface="Arial" panose="020B0604020202020204"/>
                <a:cs typeface="Arial" panose="020B0604020202020204"/>
              </a:defRPr>
            </a:lvl4pPr>
            <a:lvl5pPr algn="l">
              <a:buNone/>
              <a:defRPr sz="1500" b="1">
                <a:solidFill>
                  <a:srgbClr val="FFFFFF"/>
                </a:solidFill>
                <a:latin typeface="Arial" panose="020B0604020202020204"/>
                <a:ea typeface="Arial" panose="020B0604020202020204"/>
                <a:cs typeface="Arial" panose="020B0604020202020204"/>
              </a:defRPr>
            </a:lvl5pPr>
            <a:lvl6pPr algn="l">
              <a:buNone/>
              <a:defRPr sz="1500" b="1">
                <a:solidFill>
                  <a:srgbClr val="FFFFFF"/>
                </a:solidFill>
                <a:latin typeface="Arial" panose="020B0604020202020204"/>
                <a:ea typeface="Arial" panose="020B0604020202020204"/>
                <a:cs typeface="Arial" panose="020B0604020202020204"/>
              </a:defRPr>
            </a:lvl6pPr>
            <a:lvl7pPr algn="l">
              <a:buNone/>
              <a:defRPr sz="1500" b="1">
                <a:solidFill>
                  <a:srgbClr val="FFFFFF"/>
                </a:solidFill>
                <a:latin typeface="Arial" panose="020B0604020202020204"/>
                <a:ea typeface="Arial" panose="020B0604020202020204"/>
                <a:cs typeface="Arial" panose="020B0604020202020204"/>
              </a:defRPr>
            </a:lvl7pPr>
            <a:lvl8pPr algn="l">
              <a:buNone/>
              <a:defRPr sz="1500" b="1">
                <a:solidFill>
                  <a:srgbClr val="FFFFFF"/>
                </a:solidFill>
                <a:latin typeface="Arial" panose="020B0604020202020204"/>
                <a:ea typeface="Arial" panose="020B0604020202020204"/>
                <a:cs typeface="Arial" panose="020B0604020202020204"/>
              </a:defRPr>
            </a:lvl8pPr>
            <a:lvl9pPr algn="l">
              <a:buNone/>
              <a:defRPr sz="1500" b="1">
                <a:solidFill>
                  <a:srgbClr val="FFFFFF"/>
                </a:solidFill>
                <a:latin typeface="Arial" panose="020B0604020202020204"/>
                <a:ea typeface="Arial" panose="020B0604020202020204"/>
                <a:cs typeface="Arial" panose="020B0604020202020204"/>
              </a:defRPr>
            </a:lvl9pPr>
          </a:lstStyle>
          <a:p>
            <a:pPr algn="l">
              <a:buNone/>
              <a:defRPr sz="1500" b="1">
                <a:solidFill>
                  <a:srgbClr val="FFFFFF"/>
                </a:solidFill>
                <a:latin typeface="Arial" panose="020B0604020202020204"/>
                <a:ea typeface="Arial" panose="020B0604020202020204"/>
                <a:cs typeface="Arial" panose="020B0604020202020204"/>
              </a:defRPr>
            </a:pPr>
            <a:r>
              <a:rPr sz="1800" b="1">
                <a:solidFill>
                  <a:srgbClr val="FFFFFF"/>
                </a:solidFill>
                <a:latin typeface="Arial" panose="020B0604020202020204"/>
                <a:ea typeface="Arial" panose="020B0604020202020204"/>
                <a:cs typeface="Arial" panose="020B0604020202020204"/>
              </a:rPr>
              <a:t>Ứng dụng</a:t>
            </a:r>
            <a:endParaRPr sz="1800" b="1">
              <a:solidFill>
                <a:srgbClr val="FFFFFF"/>
              </a:solidFill>
              <a:latin typeface="Arial" panose="020B0604020202020204"/>
              <a:ea typeface="Arial" panose="020B0604020202020204"/>
              <a:cs typeface="Arial" panose="020B0604020202020204"/>
            </a:endParaRPr>
          </a:p>
        </p:txBody>
      </p:sp>
      <p:sp>
        <p:nvSpPr>
          <p:cNvPr id="11" name="Rectangle 10"/>
          <p:cNvSpPr>
            <a:spLocks noGrp="1"/>
          </p:cNvSpPr>
          <p:nvPr/>
        </p:nvSpPr>
        <p:spPr>
          <a:xfrm>
            <a:off x="485775" y="1971675"/>
            <a:ext cx="2257425" cy="1257300"/>
          </a:xfrm>
          <a:prstGeom prst="rect">
            <a:avLst/>
          </a:prstGeom>
          <a:solidFill>
            <a:srgbClr val="FFF0F0"/>
          </a:solidFill>
          <a:ln w="9525">
            <a:solidFill>
              <a:srgbClr val="C9C9C9"/>
            </a:solidFill>
            <a:prstDash val="solid"/>
          </a:ln>
        </p:spPr>
      </p:sp>
      <p:sp>
        <p:nvSpPr>
          <p:cNvPr id="12" name="Rectangle 11"/>
          <p:cNvSpPr>
            <a:spLocks noGrp="1"/>
          </p:cNvSpPr>
          <p:nvPr/>
        </p:nvSpPr>
        <p:spPr>
          <a:xfrm>
            <a:off x="647700" y="2162175"/>
            <a:ext cx="1971675" cy="895350"/>
          </a:xfrm>
          <a:prstGeom prst="rect">
            <a:avLst/>
          </a:prstGeom>
          <a:noFill/>
          <a:ln w="0">
            <a:noFill/>
            <a:prstDash val="solid"/>
          </a:ln>
        </p:spPr>
        <p:txBody>
          <a:bodyPr anchor="ctr"/>
          <a:lstStyle>
            <a:defPPr algn="l">
              <a:defRPr sz="1575" b="1">
                <a:solidFill>
                  <a:srgbClr val="D71920"/>
                </a:solidFill>
                <a:latin typeface="Arial" panose="020B0604020202020204"/>
                <a:ea typeface="Arial" panose="020B0604020202020204"/>
                <a:cs typeface="Arial" panose="020B0604020202020204"/>
              </a:defRPr>
            </a:defPPr>
            <a:lvl1pPr algn="l">
              <a:buNone/>
              <a:defRPr sz="1575" b="1">
                <a:solidFill>
                  <a:srgbClr val="D71920"/>
                </a:solidFill>
                <a:latin typeface="Arial" panose="020B0604020202020204"/>
                <a:ea typeface="Arial" panose="020B0604020202020204"/>
                <a:cs typeface="Arial" panose="020B0604020202020204"/>
              </a:defRPr>
            </a:lvl1pPr>
            <a:lvl2pPr algn="l">
              <a:buNone/>
              <a:defRPr sz="1575" b="1">
                <a:solidFill>
                  <a:srgbClr val="D71920"/>
                </a:solidFill>
                <a:latin typeface="Arial" panose="020B0604020202020204"/>
                <a:ea typeface="Arial" panose="020B0604020202020204"/>
                <a:cs typeface="Arial" panose="020B0604020202020204"/>
              </a:defRPr>
            </a:lvl2pPr>
            <a:lvl3pPr algn="l">
              <a:buNone/>
              <a:defRPr sz="1575" b="1">
                <a:solidFill>
                  <a:srgbClr val="D71920"/>
                </a:solidFill>
                <a:latin typeface="Arial" panose="020B0604020202020204"/>
                <a:ea typeface="Arial" panose="020B0604020202020204"/>
                <a:cs typeface="Arial" panose="020B0604020202020204"/>
              </a:defRPr>
            </a:lvl3pPr>
            <a:lvl4pPr algn="l">
              <a:buNone/>
              <a:defRPr sz="1575" b="1">
                <a:solidFill>
                  <a:srgbClr val="D71920"/>
                </a:solidFill>
                <a:latin typeface="Arial" panose="020B0604020202020204"/>
                <a:ea typeface="Arial" panose="020B0604020202020204"/>
                <a:cs typeface="Arial" panose="020B0604020202020204"/>
              </a:defRPr>
            </a:lvl4pPr>
            <a:lvl5pPr algn="l">
              <a:buNone/>
              <a:defRPr sz="1575" b="1">
                <a:solidFill>
                  <a:srgbClr val="D71920"/>
                </a:solidFill>
                <a:latin typeface="Arial" panose="020B0604020202020204"/>
                <a:ea typeface="Arial" panose="020B0604020202020204"/>
                <a:cs typeface="Arial" panose="020B0604020202020204"/>
              </a:defRPr>
            </a:lvl5pPr>
            <a:lvl6pPr algn="l">
              <a:buNone/>
              <a:defRPr sz="1575" b="1">
                <a:solidFill>
                  <a:srgbClr val="D71920"/>
                </a:solidFill>
                <a:latin typeface="Arial" panose="020B0604020202020204"/>
                <a:ea typeface="Arial" panose="020B0604020202020204"/>
                <a:cs typeface="Arial" panose="020B0604020202020204"/>
              </a:defRPr>
            </a:lvl6pPr>
            <a:lvl7pPr algn="l">
              <a:buNone/>
              <a:defRPr sz="1575" b="1">
                <a:solidFill>
                  <a:srgbClr val="D71920"/>
                </a:solidFill>
                <a:latin typeface="Arial" panose="020B0604020202020204"/>
                <a:ea typeface="Arial" panose="020B0604020202020204"/>
                <a:cs typeface="Arial" panose="020B0604020202020204"/>
              </a:defRPr>
            </a:lvl7pPr>
            <a:lvl8pPr algn="l">
              <a:buNone/>
              <a:defRPr sz="1575" b="1">
                <a:solidFill>
                  <a:srgbClr val="D71920"/>
                </a:solidFill>
                <a:latin typeface="Arial" panose="020B0604020202020204"/>
                <a:ea typeface="Arial" panose="020B0604020202020204"/>
                <a:cs typeface="Arial" panose="020B0604020202020204"/>
              </a:defRPr>
            </a:lvl8pPr>
            <a:lvl9pPr algn="l">
              <a:buNone/>
              <a:defRPr sz="1575" b="1">
                <a:solidFill>
                  <a:srgbClr val="D71920"/>
                </a:solidFill>
                <a:latin typeface="Arial" panose="020B0604020202020204"/>
                <a:ea typeface="Arial" panose="020B0604020202020204"/>
                <a:cs typeface="Arial" panose="020B0604020202020204"/>
              </a:defRPr>
            </a:lvl9pPr>
          </a:lstStyle>
          <a:p>
            <a:pPr algn="l">
              <a:buNone/>
              <a:defRPr sz="1575" b="1">
                <a:solidFill>
                  <a:srgbClr val="D71920"/>
                </a:solidFill>
                <a:latin typeface="Arial" panose="020B0604020202020204"/>
                <a:ea typeface="Arial" panose="020B0604020202020204"/>
                <a:cs typeface="Arial" panose="020B0604020202020204"/>
              </a:defRPr>
            </a:pPr>
            <a:r>
              <a:rPr sz="1575" b="1">
                <a:solidFill>
                  <a:srgbClr val="D71920"/>
                </a:solidFill>
                <a:latin typeface="Arial" panose="020B0604020202020204"/>
                <a:ea typeface="Arial" panose="020B0604020202020204"/>
                <a:cs typeface="Arial" panose="020B0604020202020204"/>
              </a:rPr>
              <a:t>CHUYỂN ĐỘNG</a:t>
            </a:r>
            <a:endParaRPr sz="1575" b="1">
              <a:solidFill>
                <a:srgbClr val="D71920"/>
              </a:solidFill>
              <a:latin typeface="Arial" panose="020B0604020202020204"/>
              <a:ea typeface="Arial" panose="020B0604020202020204"/>
              <a:cs typeface="Arial" panose="020B0604020202020204"/>
            </a:endParaRPr>
          </a:p>
        </p:txBody>
      </p:sp>
      <p:sp>
        <p:nvSpPr>
          <p:cNvPr id="13" name="Rectangle 12"/>
          <p:cNvSpPr>
            <a:spLocks noGrp="1"/>
          </p:cNvSpPr>
          <p:nvPr/>
        </p:nvSpPr>
        <p:spPr>
          <a:xfrm>
            <a:off x="2743200" y="1971675"/>
            <a:ext cx="2476500" cy="1257300"/>
          </a:xfrm>
          <a:prstGeom prst="rect">
            <a:avLst/>
          </a:prstGeom>
          <a:solidFill>
            <a:srgbClr val="FFFFFF"/>
          </a:solidFill>
          <a:ln w="9525">
            <a:solidFill>
              <a:srgbClr val="C9C9C9"/>
            </a:solidFill>
            <a:prstDash val="solid"/>
          </a:ln>
        </p:spPr>
      </p:sp>
      <p:sp>
        <p:nvSpPr>
          <p:cNvPr id="14" name="Rectangle 13"/>
          <p:cNvSpPr>
            <a:spLocks noGrp="1"/>
          </p:cNvSpPr>
          <p:nvPr/>
        </p:nvSpPr>
        <p:spPr>
          <a:xfrm>
            <a:off x="5238750" y="1971675"/>
            <a:ext cx="3971925" cy="1257300"/>
          </a:xfrm>
          <a:prstGeom prst="rect">
            <a:avLst/>
          </a:prstGeom>
          <a:solidFill>
            <a:srgbClr val="FFFFFF"/>
          </a:solidFill>
          <a:ln w="9525">
            <a:solidFill>
              <a:srgbClr val="C9C9C9"/>
            </a:solidFill>
            <a:prstDash val="solid"/>
          </a:ln>
        </p:spPr>
      </p:sp>
      <p:sp>
        <p:nvSpPr>
          <p:cNvPr id="15" name="Rectangle 14"/>
          <p:cNvSpPr>
            <a:spLocks noGrp="1"/>
          </p:cNvSpPr>
          <p:nvPr/>
        </p:nvSpPr>
        <p:spPr>
          <a:xfrm>
            <a:off x="9191625" y="1971675"/>
            <a:ext cx="2514600" cy="1257300"/>
          </a:xfrm>
          <a:prstGeom prst="rect">
            <a:avLst/>
          </a:prstGeom>
          <a:solidFill>
            <a:srgbClr val="FFFFFF"/>
          </a:solidFill>
          <a:ln w="9525">
            <a:solidFill>
              <a:srgbClr val="C9C9C9"/>
            </a:solidFill>
            <a:prstDash val="solid"/>
          </a:ln>
        </p:spPr>
      </p:sp>
      <p:sp>
        <p:nvSpPr>
          <p:cNvPr id="16" name="Rectangle 15"/>
          <p:cNvSpPr>
            <a:spLocks noGrp="1"/>
          </p:cNvSpPr>
          <p:nvPr/>
        </p:nvSpPr>
        <p:spPr>
          <a:xfrm>
            <a:off x="2905125" y="2143125"/>
            <a:ext cx="2171700" cy="933450"/>
          </a:xfrm>
          <a:prstGeom prst="rect">
            <a:avLst/>
          </a:prstGeom>
          <a:noFill/>
          <a:ln w="0">
            <a:noFill/>
            <a:prstDash val="solid"/>
          </a:ln>
        </p:spPr>
        <p:txBody>
          <a:bodyPr anchor="ctr"/>
          <a:lstStyle>
            <a:defPPr algn="l">
              <a:defRPr sz="1425" b="0">
                <a:solidFill>
                  <a:srgbClr val="111111"/>
                </a:solidFill>
                <a:latin typeface="Arial" panose="020B0604020202020204"/>
                <a:ea typeface="Arial" panose="020B0604020202020204"/>
                <a:cs typeface="Arial" panose="020B0604020202020204"/>
              </a:defRPr>
            </a:defPPr>
            <a:lvl1pPr algn="l">
              <a:buNone/>
              <a:defRPr sz="1425" b="0">
                <a:solidFill>
                  <a:srgbClr val="111111"/>
                </a:solidFill>
                <a:latin typeface="Arial" panose="020B0604020202020204"/>
                <a:ea typeface="Arial" panose="020B0604020202020204"/>
                <a:cs typeface="Arial" panose="020B0604020202020204"/>
              </a:defRPr>
            </a:lvl1pPr>
            <a:lvl2pPr algn="l">
              <a:buNone/>
              <a:defRPr sz="1425" b="0">
                <a:solidFill>
                  <a:srgbClr val="111111"/>
                </a:solidFill>
                <a:latin typeface="Arial" panose="020B0604020202020204"/>
                <a:ea typeface="Arial" panose="020B0604020202020204"/>
                <a:cs typeface="Arial" panose="020B0604020202020204"/>
              </a:defRPr>
            </a:lvl2pPr>
            <a:lvl3pPr algn="l">
              <a:buNone/>
              <a:defRPr sz="1425" b="0">
                <a:solidFill>
                  <a:srgbClr val="111111"/>
                </a:solidFill>
                <a:latin typeface="Arial" panose="020B0604020202020204"/>
                <a:ea typeface="Arial" panose="020B0604020202020204"/>
                <a:cs typeface="Arial" panose="020B0604020202020204"/>
              </a:defRPr>
            </a:lvl3pPr>
            <a:lvl4pPr algn="l">
              <a:buNone/>
              <a:defRPr sz="1425" b="0">
                <a:solidFill>
                  <a:srgbClr val="111111"/>
                </a:solidFill>
                <a:latin typeface="Arial" panose="020B0604020202020204"/>
                <a:ea typeface="Arial" panose="020B0604020202020204"/>
                <a:cs typeface="Arial" panose="020B0604020202020204"/>
              </a:defRPr>
            </a:lvl4pPr>
            <a:lvl5pPr algn="l">
              <a:buNone/>
              <a:defRPr sz="1425" b="0">
                <a:solidFill>
                  <a:srgbClr val="111111"/>
                </a:solidFill>
                <a:latin typeface="Arial" panose="020B0604020202020204"/>
                <a:ea typeface="Arial" panose="020B0604020202020204"/>
                <a:cs typeface="Arial" panose="020B0604020202020204"/>
              </a:defRPr>
            </a:lvl5pPr>
            <a:lvl6pPr algn="l">
              <a:buNone/>
              <a:defRPr sz="1425" b="0">
                <a:solidFill>
                  <a:srgbClr val="111111"/>
                </a:solidFill>
                <a:latin typeface="Arial" panose="020B0604020202020204"/>
                <a:ea typeface="Arial" panose="020B0604020202020204"/>
                <a:cs typeface="Arial" panose="020B0604020202020204"/>
              </a:defRPr>
            </a:lvl6pPr>
            <a:lvl7pPr algn="l">
              <a:buNone/>
              <a:defRPr sz="1425" b="0">
                <a:solidFill>
                  <a:srgbClr val="111111"/>
                </a:solidFill>
                <a:latin typeface="Arial" panose="020B0604020202020204"/>
                <a:ea typeface="Arial" panose="020B0604020202020204"/>
                <a:cs typeface="Arial" panose="020B0604020202020204"/>
              </a:defRPr>
            </a:lvl7pPr>
            <a:lvl8pPr algn="l">
              <a:buNone/>
              <a:defRPr sz="1425" b="0">
                <a:solidFill>
                  <a:srgbClr val="111111"/>
                </a:solidFill>
                <a:latin typeface="Arial" panose="020B0604020202020204"/>
                <a:ea typeface="Arial" panose="020B0604020202020204"/>
                <a:cs typeface="Arial" panose="020B0604020202020204"/>
              </a:defRPr>
            </a:lvl8pPr>
            <a:lvl9pPr algn="l">
              <a:buNone/>
              <a:defRPr sz="1425" b="0">
                <a:solidFill>
                  <a:srgbClr val="111111"/>
                </a:solidFill>
                <a:latin typeface="Arial" panose="020B0604020202020204"/>
                <a:ea typeface="Arial" panose="020B0604020202020204"/>
                <a:cs typeface="Arial" panose="020B0604020202020204"/>
              </a:defRPr>
            </a:lvl9pPr>
          </a:lstStyle>
          <a:p>
            <a:pPr algn="l">
              <a:buNone/>
              <a:defRPr sz="1425" b="0">
                <a:solidFill>
                  <a:srgbClr val="111111"/>
                </a:solidFill>
                <a:latin typeface="Arial" panose="020B0604020202020204"/>
                <a:ea typeface="Arial" panose="020B0604020202020204"/>
                <a:cs typeface="Arial" panose="020B0604020202020204"/>
              </a:defRPr>
            </a:pPr>
            <a:r>
              <a:rPr sz="1425" b="0">
                <a:solidFill>
                  <a:srgbClr val="111111"/>
                </a:solidFill>
                <a:latin typeface="Arial" panose="020B0604020202020204"/>
                <a:ea typeface="Arial" panose="020B0604020202020204"/>
                <a:cs typeface="Arial" panose="020B0604020202020204"/>
              </a:rPr>
              <a:t>Đ</a:t>
            </a:r>
            <a:r>
              <a:rPr sz="1425" b="0">
                <a:solidFill>
                  <a:srgbClr val="111111"/>
                </a:solidFill>
                <a:latin typeface="Arial" panose="020B0604020202020204"/>
                <a:ea typeface="Arial" panose="020B0604020202020204"/>
                <a:cs typeface="Arial" panose="020B0604020202020204"/>
              </a:rPr>
              <a:t>o lực gia tốc và lực xoay theo 3 trục (X, Y, Z)</a:t>
            </a:r>
            <a:endParaRPr sz="1425" b="0">
              <a:solidFill>
                <a:srgbClr val="111111"/>
              </a:solidFill>
              <a:latin typeface="Arial" panose="020B0604020202020204"/>
              <a:ea typeface="Arial" panose="020B0604020202020204"/>
              <a:cs typeface="Arial" panose="020B0604020202020204"/>
            </a:endParaRPr>
          </a:p>
        </p:txBody>
      </p:sp>
      <p:sp>
        <p:nvSpPr>
          <p:cNvPr id="17" name="Rectangle 16"/>
          <p:cNvSpPr>
            <a:spLocks noGrp="1"/>
          </p:cNvSpPr>
          <p:nvPr/>
        </p:nvSpPr>
        <p:spPr>
          <a:xfrm>
            <a:off x="5381625" y="2143125"/>
            <a:ext cx="3667125" cy="933450"/>
          </a:xfrm>
          <a:prstGeom prst="rect">
            <a:avLst/>
          </a:prstGeom>
          <a:noFill/>
          <a:ln w="0">
            <a:noFill/>
            <a:prstDash val="solid"/>
          </a:ln>
        </p:spPr>
        <p:txBody>
          <a:bodyPr anchor="ctr"/>
          <a:lstStyle>
            <a:defPPr algn="l">
              <a:defRPr sz="1425" b="0">
                <a:solidFill>
                  <a:srgbClr val="111111"/>
                </a:solidFill>
                <a:latin typeface="Arial" panose="020B0604020202020204"/>
                <a:ea typeface="Arial" panose="020B0604020202020204"/>
                <a:cs typeface="Arial" panose="020B0604020202020204"/>
              </a:defRPr>
            </a:defPPr>
            <a:lvl1pPr algn="l">
              <a:buNone/>
              <a:defRPr sz="1425" b="0">
                <a:solidFill>
                  <a:srgbClr val="111111"/>
                </a:solidFill>
                <a:latin typeface="Arial" panose="020B0604020202020204"/>
                <a:ea typeface="Arial" panose="020B0604020202020204"/>
                <a:cs typeface="Arial" panose="020B0604020202020204"/>
              </a:defRPr>
            </a:lvl1pPr>
            <a:lvl2pPr algn="l">
              <a:buNone/>
              <a:defRPr sz="1425" b="0">
                <a:solidFill>
                  <a:srgbClr val="111111"/>
                </a:solidFill>
                <a:latin typeface="Arial" panose="020B0604020202020204"/>
                <a:ea typeface="Arial" panose="020B0604020202020204"/>
                <a:cs typeface="Arial" panose="020B0604020202020204"/>
              </a:defRPr>
            </a:lvl2pPr>
            <a:lvl3pPr algn="l">
              <a:buNone/>
              <a:defRPr sz="1425" b="0">
                <a:solidFill>
                  <a:srgbClr val="111111"/>
                </a:solidFill>
                <a:latin typeface="Arial" panose="020B0604020202020204"/>
                <a:ea typeface="Arial" panose="020B0604020202020204"/>
                <a:cs typeface="Arial" panose="020B0604020202020204"/>
              </a:defRPr>
            </a:lvl3pPr>
            <a:lvl4pPr algn="l">
              <a:buNone/>
              <a:defRPr sz="1425" b="0">
                <a:solidFill>
                  <a:srgbClr val="111111"/>
                </a:solidFill>
                <a:latin typeface="Arial" panose="020B0604020202020204"/>
                <a:ea typeface="Arial" panose="020B0604020202020204"/>
                <a:cs typeface="Arial" panose="020B0604020202020204"/>
              </a:defRPr>
            </a:lvl4pPr>
            <a:lvl5pPr algn="l">
              <a:buNone/>
              <a:defRPr sz="1425" b="0">
                <a:solidFill>
                  <a:srgbClr val="111111"/>
                </a:solidFill>
                <a:latin typeface="Arial" panose="020B0604020202020204"/>
                <a:ea typeface="Arial" panose="020B0604020202020204"/>
                <a:cs typeface="Arial" panose="020B0604020202020204"/>
              </a:defRPr>
            </a:lvl5pPr>
            <a:lvl6pPr algn="l">
              <a:buNone/>
              <a:defRPr sz="1425" b="0">
                <a:solidFill>
                  <a:srgbClr val="111111"/>
                </a:solidFill>
                <a:latin typeface="Arial" panose="020B0604020202020204"/>
                <a:ea typeface="Arial" panose="020B0604020202020204"/>
                <a:cs typeface="Arial" panose="020B0604020202020204"/>
              </a:defRPr>
            </a:lvl6pPr>
            <a:lvl7pPr algn="l">
              <a:buNone/>
              <a:defRPr sz="1425" b="0">
                <a:solidFill>
                  <a:srgbClr val="111111"/>
                </a:solidFill>
                <a:latin typeface="Arial" panose="020B0604020202020204"/>
                <a:ea typeface="Arial" panose="020B0604020202020204"/>
                <a:cs typeface="Arial" panose="020B0604020202020204"/>
              </a:defRPr>
            </a:lvl7pPr>
            <a:lvl8pPr algn="l">
              <a:buNone/>
              <a:defRPr sz="1425" b="0">
                <a:solidFill>
                  <a:srgbClr val="111111"/>
                </a:solidFill>
                <a:latin typeface="Arial" panose="020B0604020202020204"/>
                <a:ea typeface="Arial" panose="020B0604020202020204"/>
                <a:cs typeface="Arial" panose="020B0604020202020204"/>
              </a:defRPr>
            </a:lvl8pPr>
            <a:lvl9pPr algn="l">
              <a:buNone/>
              <a:defRPr sz="1425" b="0">
                <a:solidFill>
                  <a:srgbClr val="111111"/>
                </a:solidFill>
                <a:latin typeface="Arial" panose="020B0604020202020204"/>
                <a:ea typeface="Arial" panose="020B0604020202020204"/>
                <a:cs typeface="Arial" panose="020B0604020202020204"/>
              </a:defRPr>
            </a:lvl9pPr>
          </a:lstStyle>
          <a:p>
            <a:pPr algn="l">
              <a:buNone/>
              <a:defRPr sz="1425" b="0">
                <a:solidFill>
                  <a:srgbClr val="111111"/>
                </a:solidFill>
                <a:latin typeface="Arial" panose="020B0604020202020204"/>
                <a:ea typeface="Arial" panose="020B0604020202020204"/>
                <a:cs typeface="Arial" panose="020B0604020202020204"/>
              </a:defRPr>
            </a:pPr>
            <a:r>
              <a:rPr sz="1425" b="0">
                <a:solidFill>
                  <a:srgbClr val="111111"/>
                </a:solidFill>
                <a:latin typeface="Arial" panose="020B0604020202020204"/>
                <a:ea typeface="Arial" panose="020B0604020202020204"/>
                <a:cs typeface="Arial" panose="020B0604020202020204"/>
              </a:rPr>
              <a:t>Gia tốc kế, Con quay hồi chuyển</a:t>
            </a:r>
            <a:r>
              <a:rPr sz="1425" b="0">
                <a:solidFill>
                  <a:srgbClr val="111111"/>
                </a:solidFill>
                <a:latin typeface="Arial" panose="020B0604020202020204"/>
                <a:ea typeface="Arial" panose="020B0604020202020204"/>
                <a:cs typeface="Arial" panose="020B0604020202020204"/>
              </a:rPr>
              <a:t>,</a:t>
            </a:r>
            <a:r>
              <a:rPr sz="1425" b="0">
                <a:solidFill>
                  <a:srgbClr val="111111"/>
                </a:solidFill>
                <a:latin typeface="Arial" panose="020B0604020202020204"/>
                <a:ea typeface="Arial" panose="020B0604020202020204"/>
                <a:cs typeface="Arial" panose="020B0604020202020204"/>
              </a:rPr>
              <a:t>Cảm biến trọng lực</a:t>
            </a:r>
            <a:r>
              <a:rPr sz="1425" b="0">
                <a:solidFill>
                  <a:srgbClr val="111111"/>
                </a:solidFill>
                <a:latin typeface="Arial" panose="020B0604020202020204"/>
                <a:ea typeface="Arial" panose="020B0604020202020204"/>
                <a:cs typeface="Arial" panose="020B0604020202020204"/>
              </a:rPr>
              <a:t> , Vecto xoay,...</a:t>
            </a:r>
            <a:r>
              <a:rPr sz="1425" b="0">
                <a:solidFill>
                  <a:srgbClr val="111111"/>
                </a:solidFill>
                <a:latin typeface="Arial" panose="020B0604020202020204"/>
                <a:ea typeface="Arial" panose="020B0604020202020204"/>
                <a:cs typeface="Arial" panose="020B0604020202020204"/>
              </a:rPr>
              <a:t> </a:t>
            </a:r>
            <a:endParaRPr sz="1425" b="0">
              <a:solidFill>
                <a:srgbClr val="111111"/>
              </a:solidFill>
              <a:latin typeface="Arial" panose="020B0604020202020204"/>
              <a:ea typeface="Arial" panose="020B0604020202020204"/>
              <a:cs typeface="Arial" panose="020B0604020202020204"/>
            </a:endParaRPr>
          </a:p>
        </p:txBody>
      </p:sp>
      <p:sp>
        <p:nvSpPr>
          <p:cNvPr id="18" name="Rectangle 17"/>
          <p:cNvSpPr>
            <a:spLocks noGrp="1"/>
          </p:cNvSpPr>
          <p:nvPr/>
        </p:nvSpPr>
        <p:spPr>
          <a:xfrm>
            <a:off x="9353550" y="2143125"/>
            <a:ext cx="2209800" cy="933450"/>
          </a:xfrm>
          <a:prstGeom prst="rect">
            <a:avLst/>
          </a:prstGeom>
          <a:noFill/>
          <a:ln w="0">
            <a:noFill/>
            <a:prstDash val="solid"/>
          </a:ln>
        </p:spPr>
        <p:txBody>
          <a:bodyPr anchor="ctr"/>
          <a:lstStyle>
            <a:defPPr algn="l">
              <a:defRPr sz="1425" b="0">
                <a:solidFill>
                  <a:srgbClr val="111111"/>
                </a:solidFill>
                <a:latin typeface="Arial" panose="020B0604020202020204"/>
                <a:ea typeface="Arial" panose="020B0604020202020204"/>
                <a:cs typeface="Arial" panose="020B0604020202020204"/>
              </a:defRPr>
            </a:defPPr>
            <a:lvl1pPr algn="l">
              <a:buNone/>
              <a:defRPr sz="1425" b="0">
                <a:solidFill>
                  <a:srgbClr val="111111"/>
                </a:solidFill>
                <a:latin typeface="Arial" panose="020B0604020202020204"/>
                <a:ea typeface="Arial" panose="020B0604020202020204"/>
                <a:cs typeface="Arial" panose="020B0604020202020204"/>
              </a:defRPr>
            </a:lvl1pPr>
            <a:lvl2pPr algn="l">
              <a:buNone/>
              <a:defRPr sz="1425" b="0">
                <a:solidFill>
                  <a:srgbClr val="111111"/>
                </a:solidFill>
                <a:latin typeface="Arial" panose="020B0604020202020204"/>
                <a:ea typeface="Arial" panose="020B0604020202020204"/>
                <a:cs typeface="Arial" panose="020B0604020202020204"/>
              </a:defRPr>
            </a:lvl2pPr>
            <a:lvl3pPr algn="l">
              <a:buNone/>
              <a:defRPr sz="1425" b="0">
                <a:solidFill>
                  <a:srgbClr val="111111"/>
                </a:solidFill>
                <a:latin typeface="Arial" panose="020B0604020202020204"/>
                <a:ea typeface="Arial" panose="020B0604020202020204"/>
                <a:cs typeface="Arial" panose="020B0604020202020204"/>
              </a:defRPr>
            </a:lvl3pPr>
            <a:lvl4pPr algn="l">
              <a:buNone/>
              <a:defRPr sz="1425" b="0">
                <a:solidFill>
                  <a:srgbClr val="111111"/>
                </a:solidFill>
                <a:latin typeface="Arial" panose="020B0604020202020204"/>
                <a:ea typeface="Arial" panose="020B0604020202020204"/>
                <a:cs typeface="Arial" panose="020B0604020202020204"/>
              </a:defRPr>
            </a:lvl4pPr>
            <a:lvl5pPr algn="l">
              <a:buNone/>
              <a:defRPr sz="1425" b="0">
                <a:solidFill>
                  <a:srgbClr val="111111"/>
                </a:solidFill>
                <a:latin typeface="Arial" panose="020B0604020202020204"/>
                <a:ea typeface="Arial" panose="020B0604020202020204"/>
                <a:cs typeface="Arial" panose="020B0604020202020204"/>
              </a:defRPr>
            </a:lvl5pPr>
            <a:lvl6pPr algn="l">
              <a:buNone/>
              <a:defRPr sz="1425" b="0">
                <a:solidFill>
                  <a:srgbClr val="111111"/>
                </a:solidFill>
                <a:latin typeface="Arial" panose="020B0604020202020204"/>
                <a:ea typeface="Arial" panose="020B0604020202020204"/>
                <a:cs typeface="Arial" panose="020B0604020202020204"/>
              </a:defRPr>
            </a:lvl6pPr>
            <a:lvl7pPr algn="l">
              <a:buNone/>
              <a:defRPr sz="1425" b="0">
                <a:solidFill>
                  <a:srgbClr val="111111"/>
                </a:solidFill>
                <a:latin typeface="Arial" panose="020B0604020202020204"/>
                <a:ea typeface="Arial" panose="020B0604020202020204"/>
                <a:cs typeface="Arial" panose="020B0604020202020204"/>
              </a:defRPr>
            </a:lvl7pPr>
            <a:lvl8pPr algn="l">
              <a:buNone/>
              <a:defRPr sz="1425" b="0">
                <a:solidFill>
                  <a:srgbClr val="111111"/>
                </a:solidFill>
                <a:latin typeface="Arial" panose="020B0604020202020204"/>
                <a:ea typeface="Arial" panose="020B0604020202020204"/>
                <a:cs typeface="Arial" panose="020B0604020202020204"/>
              </a:defRPr>
            </a:lvl8pPr>
            <a:lvl9pPr algn="l">
              <a:buNone/>
              <a:defRPr sz="1425" b="0">
                <a:solidFill>
                  <a:srgbClr val="111111"/>
                </a:solidFill>
                <a:latin typeface="Arial" panose="020B0604020202020204"/>
                <a:ea typeface="Arial" panose="020B0604020202020204"/>
                <a:cs typeface="Arial" panose="020B0604020202020204"/>
              </a:defRPr>
            </a:lvl9pPr>
          </a:lstStyle>
          <a:p>
            <a:pPr algn="l">
              <a:buNone/>
              <a:defRPr sz="1425" b="0">
                <a:solidFill>
                  <a:srgbClr val="111111"/>
                </a:solidFill>
                <a:latin typeface="Arial" panose="020B0604020202020204"/>
                <a:ea typeface="Arial" panose="020B0604020202020204"/>
                <a:cs typeface="Arial" panose="020B0604020202020204"/>
              </a:defRPr>
            </a:pPr>
            <a:r>
              <a:rPr sz="1425" b="0">
                <a:solidFill>
                  <a:srgbClr val="111111"/>
                </a:solidFill>
                <a:latin typeface="Arial" panose="020B0604020202020204"/>
                <a:ea typeface="Arial" panose="020B0604020202020204"/>
                <a:cs typeface="Arial" panose="020B0604020202020204"/>
              </a:rPr>
              <a:t>Game cử chỉ</a:t>
            </a:r>
            <a:endParaRPr sz="1425" b="0">
              <a:solidFill>
                <a:srgbClr val="111111"/>
              </a:solidFill>
              <a:latin typeface="Arial" panose="020B0604020202020204"/>
              <a:ea typeface="Arial" panose="020B0604020202020204"/>
              <a:cs typeface="Arial" panose="020B0604020202020204"/>
            </a:endParaRPr>
          </a:p>
          <a:p>
            <a:pPr algn="l">
              <a:buNone/>
              <a:defRPr sz="1425" b="0">
                <a:solidFill>
                  <a:srgbClr val="111111"/>
                </a:solidFill>
                <a:latin typeface="Arial" panose="020B0604020202020204"/>
                <a:ea typeface="Arial" panose="020B0604020202020204"/>
                <a:cs typeface="Arial" panose="020B0604020202020204"/>
              </a:defRPr>
            </a:pPr>
            <a:r>
              <a:rPr sz="1425" b="0">
                <a:solidFill>
                  <a:srgbClr val="111111"/>
                </a:solidFill>
                <a:latin typeface="Arial" panose="020B0604020202020204"/>
                <a:ea typeface="Arial" panose="020B0604020202020204"/>
                <a:cs typeface="Arial" panose="020B0604020202020204"/>
              </a:rPr>
              <a:t>Theo dõi vận động</a:t>
            </a:r>
            <a:endParaRPr sz="1425" b="0">
              <a:solidFill>
                <a:srgbClr val="111111"/>
              </a:solidFill>
              <a:latin typeface="Arial" panose="020B0604020202020204"/>
              <a:ea typeface="Arial" panose="020B0604020202020204"/>
              <a:cs typeface="Arial" panose="020B0604020202020204"/>
            </a:endParaRPr>
          </a:p>
        </p:txBody>
      </p:sp>
      <p:sp>
        <p:nvSpPr>
          <p:cNvPr id="19" name="Rectangle 18"/>
          <p:cNvSpPr>
            <a:spLocks noGrp="1"/>
          </p:cNvSpPr>
          <p:nvPr/>
        </p:nvSpPr>
        <p:spPr>
          <a:xfrm>
            <a:off x="485775" y="3286125"/>
            <a:ext cx="2257425" cy="1257300"/>
          </a:xfrm>
          <a:prstGeom prst="rect">
            <a:avLst/>
          </a:prstGeom>
          <a:solidFill>
            <a:srgbClr val="EDF9F4"/>
          </a:solidFill>
          <a:ln w="9525">
            <a:solidFill>
              <a:srgbClr val="C9C9C9"/>
            </a:solidFill>
            <a:prstDash val="solid"/>
          </a:ln>
        </p:spPr>
      </p:sp>
      <p:sp>
        <p:nvSpPr>
          <p:cNvPr id="20" name="Rectangle 19"/>
          <p:cNvSpPr>
            <a:spLocks noGrp="1"/>
          </p:cNvSpPr>
          <p:nvPr/>
        </p:nvSpPr>
        <p:spPr>
          <a:xfrm>
            <a:off x="647700" y="3476625"/>
            <a:ext cx="1971675" cy="895350"/>
          </a:xfrm>
          <a:prstGeom prst="rect">
            <a:avLst/>
          </a:prstGeom>
          <a:noFill/>
          <a:ln w="0">
            <a:noFill/>
            <a:prstDash val="solid"/>
          </a:ln>
        </p:spPr>
        <p:txBody>
          <a:bodyPr anchor="ctr"/>
          <a:lstStyle>
            <a:defPPr algn="l">
              <a:defRPr sz="1575" b="1">
                <a:solidFill>
                  <a:srgbClr val="087A60"/>
                </a:solidFill>
                <a:latin typeface="Arial" panose="020B0604020202020204"/>
                <a:ea typeface="Arial" panose="020B0604020202020204"/>
                <a:cs typeface="Arial" panose="020B0604020202020204"/>
              </a:defRPr>
            </a:defPPr>
            <a:lvl1pPr algn="l">
              <a:buNone/>
              <a:defRPr sz="1575" b="1">
                <a:solidFill>
                  <a:srgbClr val="087A60"/>
                </a:solidFill>
                <a:latin typeface="Arial" panose="020B0604020202020204"/>
                <a:ea typeface="Arial" panose="020B0604020202020204"/>
                <a:cs typeface="Arial" panose="020B0604020202020204"/>
              </a:defRPr>
            </a:lvl1pPr>
            <a:lvl2pPr algn="l">
              <a:buNone/>
              <a:defRPr sz="1575" b="1">
                <a:solidFill>
                  <a:srgbClr val="087A60"/>
                </a:solidFill>
                <a:latin typeface="Arial" panose="020B0604020202020204"/>
                <a:ea typeface="Arial" panose="020B0604020202020204"/>
                <a:cs typeface="Arial" panose="020B0604020202020204"/>
              </a:defRPr>
            </a:lvl2pPr>
            <a:lvl3pPr algn="l">
              <a:buNone/>
              <a:defRPr sz="1575" b="1">
                <a:solidFill>
                  <a:srgbClr val="087A60"/>
                </a:solidFill>
                <a:latin typeface="Arial" panose="020B0604020202020204"/>
                <a:ea typeface="Arial" panose="020B0604020202020204"/>
                <a:cs typeface="Arial" panose="020B0604020202020204"/>
              </a:defRPr>
            </a:lvl3pPr>
            <a:lvl4pPr algn="l">
              <a:buNone/>
              <a:defRPr sz="1575" b="1">
                <a:solidFill>
                  <a:srgbClr val="087A60"/>
                </a:solidFill>
                <a:latin typeface="Arial" panose="020B0604020202020204"/>
                <a:ea typeface="Arial" panose="020B0604020202020204"/>
                <a:cs typeface="Arial" panose="020B0604020202020204"/>
              </a:defRPr>
            </a:lvl4pPr>
            <a:lvl5pPr algn="l">
              <a:buNone/>
              <a:defRPr sz="1575" b="1">
                <a:solidFill>
                  <a:srgbClr val="087A60"/>
                </a:solidFill>
                <a:latin typeface="Arial" panose="020B0604020202020204"/>
                <a:ea typeface="Arial" panose="020B0604020202020204"/>
                <a:cs typeface="Arial" panose="020B0604020202020204"/>
              </a:defRPr>
            </a:lvl5pPr>
            <a:lvl6pPr algn="l">
              <a:buNone/>
              <a:defRPr sz="1575" b="1">
                <a:solidFill>
                  <a:srgbClr val="087A60"/>
                </a:solidFill>
                <a:latin typeface="Arial" panose="020B0604020202020204"/>
                <a:ea typeface="Arial" panose="020B0604020202020204"/>
                <a:cs typeface="Arial" panose="020B0604020202020204"/>
              </a:defRPr>
            </a:lvl6pPr>
            <a:lvl7pPr algn="l">
              <a:buNone/>
              <a:defRPr sz="1575" b="1">
                <a:solidFill>
                  <a:srgbClr val="087A60"/>
                </a:solidFill>
                <a:latin typeface="Arial" panose="020B0604020202020204"/>
                <a:ea typeface="Arial" panose="020B0604020202020204"/>
                <a:cs typeface="Arial" panose="020B0604020202020204"/>
              </a:defRPr>
            </a:lvl7pPr>
            <a:lvl8pPr algn="l">
              <a:buNone/>
              <a:defRPr sz="1575" b="1">
                <a:solidFill>
                  <a:srgbClr val="087A60"/>
                </a:solidFill>
                <a:latin typeface="Arial" panose="020B0604020202020204"/>
                <a:ea typeface="Arial" panose="020B0604020202020204"/>
                <a:cs typeface="Arial" panose="020B0604020202020204"/>
              </a:defRPr>
            </a:lvl8pPr>
            <a:lvl9pPr algn="l">
              <a:buNone/>
              <a:defRPr sz="1575" b="1">
                <a:solidFill>
                  <a:srgbClr val="087A60"/>
                </a:solidFill>
                <a:latin typeface="Arial" panose="020B0604020202020204"/>
                <a:ea typeface="Arial" panose="020B0604020202020204"/>
                <a:cs typeface="Arial" panose="020B0604020202020204"/>
              </a:defRPr>
            </a:lvl9pPr>
          </a:lstStyle>
          <a:p>
            <a:pPr algn="l">
              <a:buNone/>
              <a:defRPr sz="1575" b="1">
                <a:solidFill>
                  <a:srgbClr val="087A60"/>
                </a:solidFill>
                <a:latin typeface="Arial" panose="020B0604020202020204"/>
                <a:ea typeface="Arial" panose="020B0604020202020204"/>
                <a:cs typeface="Arial" panose="020B0604020202020204"/>
              </a:defRPr>
            </a:pPr>
            <a:r>
              <a:rPr sz="1575" b="1">
                <a:solidFill>
                  <a:srgbClr val="087A60"/>
                </a:solidFill>
                <a:latin typeface="Arial" panose="020B0604020202020204"/>
                <a:ea typeface="Arial" panose="020B0604020202020204"/>
                <a:cs typeface="Arial" panose="020B0604020202020204"/>
              </a:rPr>
              <a:t>MÔI TRƯỜNG</a:t>
            </a:r>
            <a:endParaRPr sz="1575" b="1">
              <a:solidFill>
                <a:srgbClr val="087A60"/>
              </a:solidFill>
              <a:latin typeface="Arial" panose="020B0604020202020204"/>
              <a:ea typeface="Arial" panose="020B0604020202020204"/>
              <a:cs typeface="Arial" panose="020B0604020202020204"/>
            </a:endParaRPr>
          </a:p>
        </p:txBody>
      </p:sp>
      <p:sp>
        <p:nvSpPr>
          <p:cNvPr id="21" name="Rectangle 20"/>
          <p:cNvSpPr>
            <a:spLocks noGrp="1"/>
          </p:cNvSpPr>
          <p:nvPr/>
        </p:nvSpPr>
        <p:spPr>
          <a:xfrm>
            <a:off x="2743200" y="3286125"/>
            <a:ext cx="2476500" cy="1257300"/>
          </a:xfrm>
          <a:prstGeom prst="rect">
            <a:avLst/>
          </a:prstGeom>
          <a:solidFill>
            <a:srgbClr val="FFFFFF"/>
          </a:solidFill>
          <a:ln w="9525">
            <a:solidFill>
              <a:srgbClr val="C9C9C9"/>
            </a:solidFill>
            <a:prstDash val="solid"/>
          </a:ln>
        </p:spPr>
      </p:sp>
      <p:sp>
        <p:nvSpPr>
          <p:cNvPr id="22" name="Rectangle 21"/>
          <p:cNvSpPr>
            <a:spLocks noGrp="1"/>
          </p:cNvSpPr>
          <p:nvPr/>
        </p:nvSpPr>
        <p:spPr>
          <a:xfrm>
            <a:off x="5219700" y="3286125"/>
            <a:ext cx="3971925" cy="1257300"/>
          </a:xfrm>
          <a:prstGeom prst="rect">
            <a:avLst/>
          </a:prstGeom>
          <a:solidFill>
            <a:srgbClr val="FFFFFF"/>
          </a:solidFill>
          <a:ln w="9525">
            <a:solidFill>
              <a:srgbClr val="C9C9C9"/>
            </a:solidFill>
            <a:prstDash val="solid"/>
          </a:ln>
        </p:spPr>
      </p:sp>
      <p:sp>
        <p:nvSpPr>
          <p:cNvPr id="23" name="Rectangle 22"/>
          <p:cNvSpPr>
            <a:spLocks noGrp="1"/>
          </p:cNvSpPr>
          <p:nvPr/>
        </p:nvSpPr>
        <p:spPr>
          <a:xfrm>
            <a:off x="9191625" y="3286125"/>
            <a:ext cx="2514600" cy="1257300"/>
          </a:xfrm>
          <a:prstGeom prst="rect">
            <a:avLst/>
          </a:prstGeom>
          <a:solidFill>
            <a:srgbClr val="FFFFFF"/>
          </a:solidFill>
          <a:ln w="9525">
            <a:solidFill>
              <a:srgbClr val="C9C9C9"/>
            </a:solidFill>
            <a:prstDash val="solid"/>
          </a:ln>
        </p:spPr>
      </p:sp>
      <p:sp>
        <p:nvSpPr>
          <p:cNvPr id="24" name="Rectangle 23"/>
          <p:cNvSpPr>
            <a:spLocks noGrp="1"/>
          </p:cNvSpPr>
          <p:nvPr/>
        </p:nvSpPr>
        <p:spPr>
          <a:xfrm>
            <a:off x="2905125" y="3457575"/>
            <a:ext cx="2171700" cy="933450"/>
          </a:xfrm>
          <a:prstGeom prst="rect">
            <a:avLst/>
          </a:prstGeom>
          <a:noFill/>
          <a:ln w="0">
            <a:noFill/>
            <a:prstDash val="solid"/>
          </a:ln>
        </p:spPr>
        <p:txBody>
          <a:bodyPr anchor="ctr"/>
          <a:lstStyle>
            <a:defPPr algn="l">
              <a:defRPr sz="1425" b="0">
                <a:solidFill>
                  <a:srgbClr val="111111"/>
                </a:solidFill>
                <a:latin typeface="Arial" panose="020B0604020202020204"/>
                <a:ea typeface="Arial" panose="020B0604020202020204"/>
                <a:cs typeface="Arial" panose="020B0604020202020204"/>
              </a:defRPr>
            </a:defPPr>
            <a:lvl1pPr algn="l">
              <a:buNone/>
              <a:defRPr sz="1425" b="0">
                <a:solidFill>
                  <a:srgbClr val="111111"/>
                </a:solidFill>
                <a:latin typeface="Arial" panose="020B0604020202020204"/>
                <a:ea typeface="Arial" panose="020B0604020202020204"/>
                <a:cs typeface="Arial" panose="020B0604020202020204"/>
              </a:defRPr>
            </a:lvl1pPr>
            <a:lvl2pPr algn="l">
              <a:buNone/>
              <a:defRPr sz="1425" b="0">
                <a:solidFill>
                  <a:srgbClr val="111111"/>
                </a:solidFill>
                <a:latin typeface="Arial" panose="020B0604020202020204"/>
                <a:ea typeface="Arial" panose="020B0604020202020204"/>
                <a:cs typeface="Arial" panose="020B0604020202020204"/>
              </a:defRPr>
            </a:lvl2pPr>
            <a:lvl3pPr algn="l">
              <a:buNone/>
              <a:defRPr sz="1425" b="0">
                <a:solidFill>
                  <a:srgbClr val="111111"/>
                </a:solidFill>
                <a:latin typeface="Arial" panose="020B0604020202020204"/>
                <a:ea typeface="Arial" panose="020B0604020202020204"/>
                <a:cs typeface="Arial" panose="020B0604020202020204"/>
              </a:defRPr>
            </a:lvl3pPr>
            <a:lvl4pPr algn="l">
              <a:buNone/>
              <a:defRPr sz="1425" b="0">
                <a:solidFill>
                  <a:srgbClr val="111111"/>
                </a:solidFill>
                <a:latin typeface="Arial" panose="020B0604020202020204"/>
                <a:ea typeface="Arial" panose="020B0604020202020204"/>
                <a:cs typeface="Arial" panose="020B0604020202020204"/>
              </a:defRPr>
            </a:lvl4pPr>
            <a:lvl5pPr algn="l">
              <a:buNone/>
              <a:defRPr sz="1425" b="0">
                <a:solidFill>
                  <a:srgbClr val="111111"/>
                </a:solidFill>
                <a:latin typeface="Arial" panose="020B0604020202020204"/>
                <a:ea typeface="Arial" panose="020B0604020202020204"/>
                <a:cs typeface="Arial" panose="020B0604020202020204"/>
              </a:defRPr>
            </a:lvl5pPr>
            <a:lvl6pPr algn="l">
              <a:buNone/>
              <a:defRPr sz="1425" b="0">
                <a:solidFill>
                  <a:srgbClr val="111111"/>
                </a:solidFill>
                <a:latin typeface="Arial" panose="020B0604020202020204"/>
                <a:ea typeface="Arial" panose="020B0604020202020204"/>
                <a:cs typeface="Arial" panose="020B0604020202020204"/>
              </a:defRPr>
            </a:lvl6pPr>
            <a:lvl7pPr algn="l">
              <a:buNone/>
              <a:defRPr sz="1425" b="0">
                <a:solidFill>
                  <a:srgbClr val="111111"/>
                </a:solidFill>
                <a:latin typeface="Arial" panose="020B0604020202020204"/>
                <a:ea typeface="Arial" panose="020B0604020202020204"/>
                <a:cs typeface="Arial" panose="020B0604020202020204"/>
              </a:defRPr>
            </a:lvl7pPr>
            <a:lvl8pPr algn="l">
              <a:buNone/>
              <a:defRPr sz="1425" b="0">
                <a:solidFill>
                  <a:srgbClr val="111111"/>
                </a:solidFill>
                <a:latin typeface="Arial" panose="020B0604020202020204"/>
                <a:ea typeface="Arial" panose="020B0604020202020204"/>
                <a:cs typeface="Arial" panose="020B0604020202020204"/>
              </a:defRPr>
            </a:lvl8pPr>
            <a:lvl9pPr algn="l">
              <a:buNone/>
              <a:defRPr sz="1425" b="0">
                <a:solidFill>
                  <a:srgbClr val="111111"/>
                </a:solidFill>
                <a:latin typeface="Arial" panose="020B0604020202020204"/>
                <a:ea typeface="Arial" panose="020B0604020202020204"/>
                <a:cs typeface="Arial" panose="020B0604020202020204"/>
              </a:defRPr>
            </a:lvl9pPr>
          </a:lstStyle>
          <a:p>
            <a:pPr algn="l">
              <a:buNone/>
              <a:defRPr sz="1425" b="0">
                <a:solidFill>
                  <a:srgbClr val="111111"/>
                </a:solidFill>
                <a:latin typeface="Arial" panose="020B0604020202020204"/>
                <a:ea typeface="Arial" panose="020B0604020202020204"/>
                <a:cs typeface="Arial" panose="020B0604020202020204"/>
              </a:defRPr>
            </a:pPr>
            <a:r>
              <a:rPr sz="1425" b="0">
                <a:solidFill>
                  <a:srgbClr val="111111"/>
                </a:solidFill>
                <a:latin typeface="Arial" panose="020B0604020202020204"/>
                <a:ea typeface="Arial" panose="020B0604020202020204"/>
                <a:cs typeface="Arial" panose="020B0604020202020204"/>
              </a:rPr>
              <a:t>Đ</a:t>
            </a:r>
            <a:r>
              <a:rPr sz="1425" b="0">
                <a:solidFill>
                  <a:srgbClr val="111111"/>
                </a:solidFill>
                <a:latin typeface="Arial" panose="020B0604020202020204"/>
                <a:ea typeface="Arial" panose="020B0604020202020204"/>
                <a:cs typeface="Arial" panose="020B0604020202020204"/>
              </a:rPr>
              <a:t>o các thông số vật l</a:t>
            </a:r>
            <a:r>
              <a:rPr sz="1425" b="0">
                <a:solidFill>
                  <a:srgbClr val="111111"/>
                </a:solidFill>
                <a:latin typeface="Arial" panose="020B0604020202020204"/>
                <a:ea typeface="Arial" panose="020B0604020202020204"/>
                <a:cs typeface="Arial" panose="020B0604020202020204"/>
              </a:rPr>
              <a:t>ý </a:t>
            </a:r>
            <a:r>
              <a:rPr sz="1425" b="0">
                <a:solidFill>
                  <a:srgbClr val="111111"/>
                </a:solidFill>
                <a:latin typeface="Arial" panose="020B0604020202020204"/>
                <a:ea typeface="Arial" panose="020B0604020202020204"/>
                <a:cs typeface="Arial" panose="020B0604020202020204"/>
              </a:rPr>
              <a:t>của môi tr</a:t>
            </a:r>
            <a:r>
              <a:rPr sz="1425" b="0">
                <a:solidFill>
                  <a:srgbClr val="111111"/>
                </a:solidFill>
                <a:latin typeface="Arial" panose="020B0604020202020204"/>
                <a:ea typeface="Arial" panose="020B0604020202020204"/>
                <a:cs typeface="Arial" panose="020B0604020202020204"/>
              </a:rPr>
              <a:t>ư</a:t>
            </a:r>
            <a:r>
              <a:rPr sz="1425" b="0">
                <a:solidFill>
                  <a:srgbClr val="111111"/>
                </a:solidFill>
                <a:latin typeface="Arial" panose="020B0604020202020204"/>
                <a:ea typeface="Arial" panose="020B0604020202020204"/>
                <a:cs typeface="Arial" panose="020B0604020202020204"/>
              </a:rPr>
              <a:t>ờng xung quanh</a:t>
            </a:r>
            <a:endParaRPr sz="1425" b="0">
              <a:solidFill>
                <a:srgbClr val="111111"/>
              </a:solidFill>
              <a:latin typeface="Arial" panose="020B0604020202020204"/>
              <a:ea typeface="Arial" panose="020B0604020202020204"/>
              <a:cs typeface="Arial" panose="020B0604020202020204"/>
            </a:endParaRPr>
          </a:p>
        </p:txBody>
      </p:sp>
      <p:sp>
        <p:nvSpPr>
          <p:cNvPr id="25" name="Rectangle 24"/>
          <p:cNvSpPr>
            <a:spLocks noGrp="1"/>
          </p:cNvSpPr>
          <p:nvPr/>
        </p:nvSpPr>
        <p:spPr>
          <a:xfrm>
            <a:off x="5381625" y="3457575"/>
            <a:ext cx="3667125" cy="933450"/>
          </a:xfrm>
          <a:prstGeom prst="rect">
            <a:avLst/>
          </a:prstGeom>
          <a:noFill/>
          <a:ln w="0">
            <a:noFill/>
            <a:prstDash val="solid"/>
          </a:ln>
        </p:spPr>
        <p:txBody>
          <a:bodyPr anchor="ctr"/>
          <a:lstStyle>
            <a:defPPr algn="l">
              <a:defRPr sz="1425" b="0">
                <a:solidFill>
                  <a:srgbClr val="111111"/>
                </a:solidFill>
                <a:latin typeface="Arial" panose="020B0604020202020204"/>
                <a:ea typeface="Arial" panose="020B0604020202020204"/>
                <a:cs typeface="Arial" panose="020B0604020202020204"/>
              </a:defRPr>
            </a:defPPr>
            <a:lvl1pPr algn="l">
              <a:buNone/>
              <a:defRPr sz="1425" b="0">
                <a:solidFill>
                  <a:srgbClr val="111111"/>
                </a:solidFill>
                <a:latin typeface="Arial" panose="020B0604020202020204"/>
                <a:ea typeface="Arial" panose="020B0604020202020204"/>
                <a:cs typeface="Arial" panose="020B0604020202020204"/>
              </a:defRPr>
            </a:lvl1pPr>
            <a:lvl2pPr algn="l">
              <a:buNone/>
              <a:defRPr sz="1425" b="0">
                <a:solidFill>
                  <a:srgbClr val="111111"/>
                </a:solidFill>
                <a:latin typeface="Arial" panose="020B0604020202020204"/>
                <a:ea typeface="Arial" panose="020B0604020202020204"/>
                <a:cs typeface="Arial" panose="020B0604020202020204"/>
              </a:defRPr>
            </a:lvl2pPr>
            <a:lvl3pPr algn="l">
              <a:buNone/>
              <a:defRPr sz="1425" b="0">
                <a:solidFill>
                  <a:srgbClr val="111111"/>
                </a:solidFill>
                <a:latin typeface="Arial" panose="020B0604020202020204"/>
                <a:ea typeface="Arial" panose="020B0604020202020204"/>
                <a:cs typeface="Arial" panose="020B0604020202020204"/>
              </a:defRPr>
            </a:lvl3pPr>
            <a:lvl4pPr algn="l">
              <a:buNone/>
              <a:defRPr sz="1425" b="0">
                <a:solidFill>
                  <a:srgbClr val="111111"/>
                </a:solidFill>
                <a:latin typeface="Arial" panose="020B0604020202020204"/>
                <a:ea typeface="Arial" panose="020B0604020202020204"/>
                <a:cs typeface="Arial" panose="020B0604020202020204"/>
              </a:defRPr>
            </a:lvl4pPr>
            <a:lvl5pPr algn="l">
              <a:buNone/>
              <a:defRPr sz="1425" b="0">
                <a:solidFill>
                  <a:srgbClr val="111111"/>
                </a:solidFill>
                <a:latin typeface="Arial" panose="020B0604020202020204"/>
                <a:ea typeface="Arial" panose="020B0604020202020204"/>
                <a:cs typeface="Arial" panose="020B0604020202020204"/>
              </a:defRPr>
            </a:lvl5pPr>
            <a:lvl6pPr algn="l">
              <a:buNone/>
              <a:defRPr sz="1425" b="0">
                <a:solidFill>
                  <a:srgbClr val="111111"/>
                </a:solidFill>
                <a:latin typeface="Arial" panose="020B0604020202020204"/>
                <a:ea typeface="Arial" panose="020B0604020202020204"/>
                <a:cs typeface="Arial" panose="020B0604020202020204"/>
              </a:defRPr>
            </a:lvl6pPr>
            <a:lvl7pPr algn="l">
              <a:buNone/>
              <a:defRPr sz="1425" b="0">
                <a:solidFill>
                  <a:srgbClr val="111111"/>
                </a:solidFill>
                <a:latin typeface="Arial" panose="020B0604020202020204"/>
                <a:ea typeface="Arial" panose="020B0604020202020204"/>
                <a:cs typeface="Arial" panose="020B0604020202020204"/>
              </a:defRPr>
            </a:lvl7pPr>
            <a:lvl8pPr algn="l">
              <a:buNone/>
              <a:defRPr sz="1425" b="0">
                <a:solidFill>
                  <a:srgbClr val="111111"/>
                </a:solidFill>
                <a:latin typeface="Arial" panose="020B0604020202020204"/>
                <a:ea typeface="Arial" panose="020B0604020202020204"/>
                <a:cs typeface="Arial" panose="020B0604020202020204"/>
              </a:defRPr>
            </a:lvl8pPr>
            <a:lvl9pPr algn="l">
              <a:buNone/>
              <a:defRPr sz="1425" b="0">
                <a:solidFill>
                  <a:srgbClr val="111111"/>
                </a:solidFill>
                <a:latin typeface="Arial" panose="020B0604020202020204"/>
                <a:ea typeface="Arial" panose="020B0604020202020204"/>
                <a:cs typeface="Arial" panose="020B0604020202020204"/>
              </a:defRPr>
            </a:lvl9pPr>
          </a:lstStyle>
          <a:p>
            <a:pPr algn="l">
              <a:buNone/>
              <a:defRPr sz="1425" b="0">
                <a:solidFill>
                  <a:srgbClr val="111111"/>
                </a:solidFill>
                <a:latin typeface="Arial" panose="020B0604020202020204"/>
                <a:ea typeface="Arial" panose="020B0604020202020204"/>
                <a:cs typeface="Arial" panose="020B0604020202020204"/>
              </a:defRPr>
            </a:pPr>
            <a:r>
              <a:rPr sz="1425" b="0">
                <a:solidFill>
                  <a:srgbClr val="111111"/>
                </a:solidFill>
                <a:latin typeface="Arial" panose="020B0604020202020204"/>
                <a:ea typeface="Arial" panose="020B0604020202020204"/>
                <a:cs typeface="Arial" panose="020B0604020202020204"/>
              </a:rPr>
              <a:t>Cảm biến ánh sáng  </a:t>
            </a:r>
            <a:r>
              <a:rPr sz="1425" b="0">
                <a:solidFill>
                  <a:srgbClr val="111111"/>
                </a:solidFill>
                <a:latin typeface="Arial" panose="020B0604020202020204"/>
                <a:ea typeface="Arial" panose="020B0604020202020204"/>
                <a:cs typeface="Arial" panose="020B0604020202020204"/>
              </a:rPr>
              <a:t>Á</a:t>
            </a:r>
            <a:r>
              <a:rPr sz="1425" b="0">
                <a:solidFill>
                  <a:srgbClr val="111111"/>
                </a:solidFill>
                <a:latin typeface="Arial" panose="020B0604020202020204"/>
                <a:ea typeface="Arial" panose="020B0604020202020204"/>
                <a:cs typeface="Arial" panose="020B0604020202020204"/>
              </a:rPr>
              <a:t>p suất/Khí áp kế, Nhiệt </a:t>
            </a:r>
            <a:r>
              <a:rPr sz="1425" b="0">
                <a:solidFill>
                  <a:srgbClr val="111111"/>
                </a:solidFill>
                <a:latin typeface="Arial" panose="020B0604020202020204"/>
                <a:ea typeface="Arial" panose="020B0604020202020204"/>
                <a:cs typeface="Arial" panose="020B0604020202020204"/>
              </a:rPr>
              <a:t>đ</a:t>
            </a:r>
            <a:r>
              <a:rPr sz="1425" b="0">
                <a:solidFill>
                  <a:srgbClr val="111111"/>
                </a:solidFill>
                <a:latin typeface="Arial" panose="020B0604020202020204"/>
                <a:ea typeface="Arial" panose="020B0604020202020204"/>
                <a:cs typeface="Arial" panose="020B0604020202020204"/>
              </a:rPr>
              <a:t>ộ môi tr</a:t>
            </a:r>
            <a:r>
              <a:rPr sz="1425" b="0">
                <a:solidFill>
                  <a:srgbClr val="111111"/>
                </a:solidFill>
                <a:latin typeface="Arial" panose="020B0604020202020204"/>
                <a:ea typeface="Arial" panose="020B0604020202020204"/>
                <a:cs typeface="Arial" panose="020B0604020202020204"/>
              </a:rPr>
              <a:t>ư</a:t>
            </a:r>
            <a:r>
              <a:rPr sz="1425" b="0">
                <a:solidFill>
                  <a:srgbClr val="111111"/>
                </a:solidFill>
                <a:latin typeface="Arial" panose="020B0604020202020204"/>
                <a:ea typeface="Arial" panose="020B0604020202020204"/>
                <a:cs typeface="Arial" panose="020B0604020202020204"/>
              </a:rPr>
              <a:t>ờng, </a:t>
            </a:r>
            <a:r>
              <a:rPr sz="1425" b="0">
                <a:solidFill>
                  <a:srgbClr val="111111"/>
                </a:solidFill>
                <a:latin typeface="Arial" panose="020B0604020202020204"/>
                <a:ea typeface="Arial" panose="020B0604020202020204"/>
                <a:cs typeface="Arial" panose="020B0604020202020204"/>
              </a:rPr>
              <a:t>Đ</a:t>
            </a:r>
            <a:r>
              <a:rPr sz="1425" b="0">
                <a:solidFill>
                  <a:srgbClr val="111111"/>
                </a:solidFill>
                <a:latin typeface="Arial" panose="020B0604020202020204"/>
                <a:ea typeface="Arial" panose="020B0604020202020204"/>
                <a:cs typeface="Arial" panose="020B0604020202020204"/>
              </a:rPr>
              <a:t>ộ ẩm t</a:t>
            </a:r>
            <a:r>
              <a:rPr sz="1425" b="0">
                <a:solidFill>
                  <a:srgbClr val="111111"/>
                </a:solidFill>
                <a:latin typeface="Arial" panose="020B0604020202020204"/>
                <a:ea typeface="Arial" panose="020B0604020202020204"/>
                <a:cs typeface="Arial" panose="020B0604020202020204"/>
              </a:rPr>
              <a:t>ư</a:t>
            </a:r>
            <a:r>
              <a:rPr sz="1425" b="0">
                <a:solidFill>
                  <a:srgbClr val="111111"/>
                </a:solidFill>
                <a:latin typeface="Arial" panose="020B0604020202020204"/>
                <a:ea typeface="Arial" panose="020B0604020202020204"/>
                <a:cs typeface="Arial" panose="020B0604020202020204"/>
              </a:rPr>
              <a:t>ơng </a:t>
            </a:r>
            <a:r>
              <a:rPr sz="1425" b="0">
                <a:solidFill>
                  <a:srgbClr val="111111"/>
                </a:solidFill>
                <a:latin typeface="Arial" panose="020B0604020202020204"/>
                <a:ea typeface="Arial" panose="020B0604020202020204"/>
                <a:cs typeface="Arial" panose="020B0604020202020204"/>
              </a:rPr>
              <a:t>đ</a:t>
            </a:r>
            <a:r>
              <a:rPr sz="1425" b="0">
                <a:solidFill>
                  <a:srgbClr val="111111"/>
                </a:solidFill>
                <a:latin typeface="Arial" panose="020B0604020202020204"/>
                <a:ea typeface="Arial" panose="020B0604020202020204"/>
                <a:cs typeface="Arial" panose="020B0604020202020204"/>
              </a:rPr>
              <a:t>ối (</a:t>
            </a:r>
            <a:endParaRPr sz="1425" b="0">
              <a:solidFill>
                <a:srgbClr val="111111"/>
              </a:solidFill>
              <a:latin typeface="Arial" panose="020B0604020202020204"/>
              <a:ea typeface="Arial" panose="020B0604020202020204"/>
              <a:cs typeface="Arial" panose="020B0604020202020204"/>
            </a:endParaRPr>
          </a:p>
        </p:txBody>
      </p:sp>
      <p:sp>
        <p:nvSpPr>
          <p:cNvPr id="26" name="Rectangle 25"/>
          <p:cNvSpPr>
            <a:spLocks noGrp="1"/>
          </p:cNvSpPr>
          <p:nvPr/>
        </p:nvSpPr>
        <p:spPr>
          <a:xfrm>
            <a:off x="9353550" y="3457575"/>
            <a:ext cx="2209800" cy="933450"/>
          </a:xfrm>
          <a:prstGeom prst="rect">
            <a:avLst/>
          </a:prstGeom>
          <a:noFill/>
          <a:ln w="0">
            <a:noFill/>
            <a:prstDash val="solid"/>
          </a:ln>
        </p:spPr>
        <p:txBody>
          <a:bodyPr anchor="ctr"/>
          <a:lstStyle>
            <a:defPPr algn="l">
              <a:defRPr sz="1425" b="0">
                <a:solidFill>
                  <a:srgbClr val="111111"/>
                </a:solidFill>
                <a:latin typeface="Arial" panose="020B0604020202020204"/>
                <a:ea typeface="Arial" panose="020B0604020202020204"/>
                <a:cs typeface="Arial" panose="020B0604020202020204"/>
              </a:defRPr>
            </a:defPPr>
            <a:lvl1pPr algn="l">
              <a:buNone/>
              <a:defRPr sz="1425" b="0">
                <a:solidFill>
                  <a:srgbClr val="111111"/>
                </a:solidFill>
                <a:latin typeface="Arial" panose="020B0604020202020204"/>
                <a:ea typeface="Arial" panose="020B0604020202020204"/>
                <a:cs typeface="Arial" panose="020B0604020202020204"/>
              </a:defRPr>
            </a:lvl1pPr>
            <a:lvl2pPr algn="l">
              <a:buNone/>
              <a:defRPr sz="1425" b="0">
                <a:solidFill>
                  <a:srgbClr val="111111"/>
                </a:solidFill>
                <a:latin typeface="Arial" panose="020B0604020202020204"/>
                <a:ea typeface="Arial" panose="020B0604020202020204"/>
                <a:cs typeface="Arial" panose="020B0604020202020204"/>
              </a:defRPr>
            </a:lvl2pPr>
            <a:lvl3pPr algn="l">
              <a:buNone/>
              <a:defRPr sz="1425" b="0">
                <a:solidFill>
                  <a:srgbClr val="111111"/>
                </a:solidFill>
                <a:latin typeface="Arial" panose="020B0604020202020204"/>
                <a:ea typeface="Arial" panose="020B0604020202020204"/>
                <a:cs typeface="Arial" panose="020B0604020202020204"/>
              </a:defRPr>
            </a:lvl3pPr>
            <a:lvl4pPr algn="l">
              <a:buNone/>
              <a:defRPr sz="1425" b="0">
                <a:solidFill>
                  <a:srgbClr val="111111"/>
                </a:solidFill>
                <a:latin typeface="Arial" panose="020B0604020202020204"/>
                <a:ea typeface="Arial" panose="020B0604020202020204"/>
                <a:cs typeface="Arial" panose="020B0604020202020204"/>
              </a:defRPr>
            </a:lvl4pPr>
            <a:lvl5pPr algn="l">
              <a:buNone/>
              <a:defRPr sz="1425" b="0">
                <a:solidFill>
                  <a:srgbClr val="111111"/>
                </a:solidFill>
                <a:latin typeface="Arial" panose="020B0604020202020204"/>
                <a:ea typeface="Arial" panose="020B0604020202020204"/>
                <a:cs typeface="Arial" panose="020B0604020202020204"/>
              </a:defRPr>
            </a:lvl5pPr>
            <a:lvl6pPr algn="l">
              <a:buNone/>
              <a:defRPr sz="1425" b="0">
                <a:solidFill>
                  <a:srgbClr val="111111"/>
                </a:solidFill>
                <a:latin typeface="Arial" panose="020B0604020202020204"/>
                <a:ea typeface="Arial" panose="020B0604020202020204"/>
                <a:cs typeface="Arial" panose="020B0604020202020204"/>
              </a:defRPr>
            </a:lvl6pPr>
            <a:lvl7pPr algn="l">
              <a:buNone/>
              <a:defRPr sz="1425" b="0">
                <a:solidFill>
                  <a:srgbClr val="111111"/>
                </a:solidFill>
                <a:latin typeface="Arial" panose="020B0604020202020204"/>
                <a:ea typeface="Arial" panose="020B0604020202020204"/>
                <a:cs typeface="Arial" panose="020B0604020202020204"/>
              </a:defRPr>
            </a:lvl7pPr>
            <a:lvl8pPr algn="l">
              <a:buNone/>
              <a:defRPr sz="1425" b="0">
                <a:solidFill>
                  <a:srgbClr val="111111"/>
                </a:solidFill>
                <a:latin typeface="Arial" panose="020B0604020202020204"/>
                <a:ea typeface="Arial" panose="020B0604020202020204"/>
                <a:cs typeface="Arial" panose="020B0604020202020204"/>
              </a:defRPr>
            </a:lvl8pPr>
            <a:lvl9pPr algn="l">
              <a:buNone/>
              <a:defRPr sz="1425" b="0">
                <a:solidFill>
                  <a:srgbClr val="111111"/>
                </a:solidFill>
                <a:latin typeface="Arial" panose="020B0604020202020204"/>
                <a:ea typeface="Arial" panose="020B0604020202020204"/>
                <a:cs typeface="Arial" panose="020B0604020202020204"/>
              </a:defRPr>
            </a:lvl9pPr>
          </a:lstStyle>
          <a:p>
            <a:pPr algn="l">
              <a:buNone/>
              <a:defRPr sz="1425" b="0">
                <a:solidFill>
                  <a:srgbClr val="111111"/>
                </a:solidFill>
                <a:latin typeface="Arial" panose="020B0604020202020204"/>
                <a:ea typeface="Arial" panose="020B0604020202020204"/>
                <a:cs typeface="Arial" panose="020B0604020202020204"/>
              </a:defRPr>
            </a:pPr>
            <a:r>
              <a:rPr sz="1425" b="0">
                <a:solidFill>
                  <a:srgbClr val="111111"/>
                </a:solidFill>
                <a:latin typeface="Arial" panose="020B0604020202020204"/>
                <a:ea typeface="Arial" panose="020B0604020202020204"/>
                <a:cs typeface="Arial" panose="020B0604020202020204"/>
              </a:rPr>
              <a:t>Độ sáng tự động</a:t>
            </a:r>
            <a:endParaRPr sz="1425" b="0">
              <a:solidFill>
                <a:srgbClr val="111111"/>
              </a:solidFill>
              <a:latin typeface="Arial" panose="020B0604020202020204"/>
              <a:ea typeface="Arial" panose="020B0604020202020204"/>
              <a:cs typeface="Arial" panose="020B0604020202020204"/>
            </a:endParaRPr>
          </a:p>
          <a:p>
            <a:pPr algn="l">
              <a:buNone/>
              <a:defRPr sz="1425" b="0">
                <a:solidFill>
                  <a:srgbClr val="111111"/>
                </a:solidFill>
                <a:latin typeface="Arial" panose="020B0604020202020204"/>
                <a:ea typeface="Arial" panose="020B0604020202020204"/>
                <a:cs typeface="Arial" panose="020B0604020202020204"/>
              </a:defRPr>
            </a:pPr>
            <a:r>
              <a:rPr sz="1425" b="0">
                <a:solidFill>
                  <a:srgbClr val="111111"/>
                </a:solidFill>
                <a:latin typeface="Arial" panose="020B0604020202020204"/>
                <a:ea typeface="Arial" panose="020B0604020202020204"/>
                <a:cs typeface="Arial" panose="020B0604020202020204"/>
              </a:rPr>
              <a:t>Quan trắc môi trường</a:t>
            </a:r>
            <a:endParaRPr sz="1425" b="0">
              <a:solidFill>
                <a:srgbClr val="111111"/>
              </a:solidFill>
              <a:latin typeface="Arial" panose="020B0604020202020204"/>
              <a:ea typeface="Arial" panose="020B0604020202020204"/>
              <a:cs typeface="Arial" panose="020B0604020202020204"/>
            </a:endParaRPr>
          </a:p>
        </p:txBody>
      </p:sp>
      <p:sp>
        <p:nvSpPr>
          <p:cNvPr id="27" name="Rectangle 26"/>
          <p:cNvSpPr>
            <a:spLocks noGrp="1"/>
          </p:cNvSpPr>
          <p:nvPr/>
        </p:nvSpPr>
        <p:spPr>
          <a:xfrm>
            <a:off x="485775" y="4600575"/>
            <a:ext cx="2257425" cy="1257300"/>
          </a:xfrm>
          <a:prstGeom prst="rect">
            <a:avLst/>
          </a:prstGeom>
          <a:solidFill>
            <a:srgbClr val="F0F3FF"/>
          </a:solidFill>
          <a:ln w="9525">
            <a:solidFill>
              <a:srgbClr val="C9C9C9"/>
            </a:solidFill>
            <a:prstDash val="solid"/>
          </a:ln>
        </p:spPr>
      </p:sp>
      <p:sp>
        <p:nvSpPr>
          <p:cNvPr id="28" name="Rectangle 27"/>
          <p:cNvSpPr>
            <a:spLocks noGrp="1"/>
          </p:cNvSpPr>
          <p:nvPr/>
        </p:nvSpPr>
        <p:spPr>
          <a:xfrm>
            <a:off x="647700" y="4791075"/>
            <a:ext cx="1971675" cy="895350"/>
          </a:xfrm>
          <a:prstGeom prst="rect">
            <a:avLst/>
          </a:prstGeom>
          <a:noFill/>
          <a:ln w="0">
            <a:noFill/>
            <a:prstDash val="solid"/>
          </a:ln>
        </p:spPr>
        <p:txBody>
          <a:bodyPr anchor="ctr"/>
          <a:lstStyle>
            <a:defPPr algn="l">
              <a:defRPr sz="1575" b="1">
                <a:solidFill>
                  <a:srgbClr val="425EAC"/>
                </a:solidFill>
                <a:latin typeface="Arial" panose="020B0604020202020204"/>
                <a:ea typeface="Arial" panose="020B0604020202020204"/>
                <a:cs typeface="Arial" panose="020B0604020202020204"/>
              </a:defRPr>
            </a:defPPr>
            <a:lvl1pPr algn="l">
              <a:buNone/>
              <a:defRPr sz="1575" b="1">
                <a:solidFill>
                  <a:srgbClr val="425EAC"/>
                </a:solidFill>
                <a:latin typeface="Arial" panose="020B0604020202020204"/>
                <a:ea typeface="Arial" panose="020B0604020202020204"/>
                <a:cs typeface="Arial" panose="020B0604020202020204"/>
              </a:defRPr>
            </a:lvl1pPr>
            <a:lvl2pPr algn="l">
              <a:buNone/>
              <a:defRPr sz="1575" b="1">
                <a:solidFill>
                  <a:srgbClr val="425EAC"/>
                </a:solidFill>
                <a:latin typeface="Arial" panose="020B0604020202020204"/>
                <a:ea typeface="Arial" panose="020B0604020202020204"/>
                <a:cs typeface="Arial" panose="020B0604020202020204"/>
              </a:defRPr>
            </a:lvl2pPr>
            <a:lvl3pPr algn="l">
              <a:buNone/>
              <a:defRPr sz="1575" b="1">
                <a:solidFill>
                  <a:srgbClr val="425EAC"/>
                </a:solidFill>
                <a:latin typeface="Arial" panose="020B0604020202020204"/>
                <a:ea typeface="Arial" panose="020B0604020202020204"/>
                <a:cs typeface="Arial" panose="020B0604020202020204"/>
              </a:defRPr>
            </a:lvl3pPr>
            <a:lvl4pPr algn="l">
              <a:buNone/>
              <a:defRPr sz="1575" b="1">
                <a:solidFill>
                  <a:srgbClr val="425EAC"/>
                </a:solidFill>
                <a:latin typeface="Arial" panose="020B0604020202020204"/>
                <a:ea typeface="Arial" panose="020B0604020202020204"/>
                <a:cs typeface="Arial" panose="020B0604020202020204"/>
              </a:defRPr>
            </a:lvl4pPr>
            <a:lvl5pPr algn="l">
              <a:buNone/>
              <a:defRPr sz="1575" b="1">
                <a:solidFill>
                  <a:srgbClr val="425EAC"/>
                </a:solidFill>
                <a:latin typeface="Arial" panose="020B0604020202020204"/>
                <a:ea typeface="Arial" panose="020B0604020202020204"/>
                <a:cs typeface="Arial" panose="020B0604020202020204"/>
              </a:defRPr>
            </a:lvl5pPr>
            <a:lvl6pPr algn="l">
              <a:buNone/>
              <a:defRPr sz="1575" b="1">
                <a:solidFill>
                  <a:srgbClr val="425EAC"/>
                </a:solidFill>
                <a:latin typeface="Arial" panose="020B0604020202020204"/>
                <a:ea typeface="Arial" panose="020B0604020202020204"/>
                <a:cs typeface="Arial" panose="020B0604020202020204"/>
              </a:defRPr>
            </a:lvl6pPr>
            <a:lvl7pPr algn="l">
              <a:buNone/>
              <a:defRPr sz="1575" b="1">
                <a:solidFill>
                  <a:srgbClr val="425EAC"/>
                </a:solidFill>
                <a:latin typeface="Arial" panose="020B0604020202020204"/>
                <a:ea typeface="Arial" panose="020B0604020202020204"/>
                <a:cs typeface="Arial" panose="020B0604020202020204"/>
              </a:defRPr>
            </a:lvl7pPr>
            <a:lvl8pPr algn="l">
              <a:buNone/>
              <a:defRPr sz="1575" b="1">
                <a:solidFill>
                  <a:srgbClr val="425EAC"/>
                </a:solidFill>
                <a:latin typeface="Arial" panose="020B0604020202020204"/>
                <a:ea typeface="Arial" panose="020B0604020202020204"/>
                <a:cs typeface="Arial" panose="020B0604020202020204"/>
              </a:defRPr>
            </a:lvl8pPr>
            <a:lvl9pPr algn="l">
              <a:buNone/>
              <a:defRPr sz="1575" b="1">
                <a:solidFill>
                  <a:srgbClr val="425EAC"/>
                </a:solidFill>
                <a:latin typeface="Arial" panose="020B0604020202020204"/>
                <a:ea typeface="Arial" panose="020B0604020202020204"/>
                <a:cs typeface="Arial" panose="020B0604020202020204"/>
              </a:defRPr>
            </a:lvl9pPr>
          </a:lstStyle>
          <a:p>
            <a:pPr algn="l">
              <a:buNone/>
              <a:defRPr sz="1575" b="1">
                <a:solidFill>
                  <a:srgbClr val="425EAC"/>
                </a:solidFill>
                <a:latin typeface="Arial" panose="020B0604020202020204"/>
                <a:ea typeface="Arial" panose="020B0604020202020204"/>
                <a:cs typeface="Arial" panose="020B0604020202020204"/>
              </a:defRPr>
            </a:pPr>
            <a:r>
              <a:rPr sz="1575" b="1">
                <a:solidFill>
                  <a:srgbClr val="425EAC"/>
                </a:solidFill>
                <a:latin typeface="Arial" panose="020B0604020202020204"/>
                <a:ea typeface="Arial" panose="020B0604020202020204"/>
                <a:cs typeface="Arial" panose="020B0604020202020204"/>
              </a:rPr>
              <a:t>VỊ TRÍ &amp; HƯỚNG</a:t>
            </a:r>
            <a:endParaRPr sz="1575" b="1">
              <a:solidFill>
                <a:srgbClr val="425EAC"/>
              </a:solidFill>
              <a:latin typeface="Arial" panose="020B0604020202020204"/>
              <a:ea typeface="Arial" panose="020B0604020202020204"/>
              <a:cs typeface="Arial" panose="020B0604020202020204"/>
            </a:endParaRPr>
          </a:p>
        </p:txBody>
      </p:sp>
      <p:sp>
        <p:nvSpPr>
          <p:cNvPr id="29" name="Rectangle 28"/>
          <p:cNvSpPr>
            <a:spLocks noGrp="1"/>
          </p:cNvSpPr>
          <p:nvPr/>
        </p:nvSpPr>
        <p:spPr>
          <a:xfrm>
            <a:off x="2743200" y="4600575"/>
            <a:ext cx="2476500" cy="1257300"/>
          </a:xfrm>
          <a:prstGeom prst="rect">
            <a:avLst/>
          </a:prstGeom>
          <a:solidFill>
            <a:srgbClr val="FFFFFF"/>
          </a:solidFill>
          <a:ln w="9525">
            <a:solidFill>
              <a:srgbClr val="C9C9C9"/>
            </a:solidFill>
            <a:prstDash val="solid"/>
          </a:ln>
        </p:spPr>
      </p:sp>
      <p:sp>
        <p:nvSpPr>
          <p:cNvPr id="30" name="Rectangle 29"/>
          <p:cNvSpPr>
            <a:spLocks noGrp="1"/>
          </p:cNvSpPr>
          <p:nvPr/>
        </p:nvSpPr>
        <p:spPr>
          <a:xfrm>
            <a:off x="5219700" y="4600575"/>
            <a:ext cx="3971925" cy="1257300"/>
          </a:xfrm>
          <a:prstGeom prst="rect">
            <a:avLst/>
          </a:prstGeom>
          <a:solidFill>
            <a:srgbClr val="FFFFFF"/>
          </a:solidFill>
          <a:ln w="9525">
            <a:solidFill>
              <a:srgbClr val="C9C9C9"/>
            </a:solidFill>
            <a:prstDash val="solid"/>
          </a:ln>
        </p:spPr>
      </p:sp>
      <p:sp>
        <p:nvSpPr>
          <p:cNvPr id="31" name="Rectangle 30"/>
          <p:cNvSpPr>
            <a:spLocks noGrp="1"/>
          </p:cNvSpPr>
          <p:nvPr/>
        </p:nvSpPr>
        <p:spPr>
          <a:xfrm>
            <a:off x="9191625" y="4600575"/>
            <a:ext cx="2514600" cy="1257300"/>
          </a:xfrm>
          <a:prstGeom prst="rect">
            <a:avLst/>
          </a:prstGeom>
          <a:solidFill>
            <a:srgbClr val="FFFFFF"/>
          </a:solidFill>
          <a:ln w="9525">
            <a:solidFill>
              <a:srgbClr val="C9C9C9"/>
            </a:solidFill>
            <a:prstDash val="solid"/>
          </a:ln>
        </p:spPr>
      </p:sp>
      <p:sp>
        <p:nvSpPr>
          <p:cNvPr id="32" name="Rectangle 31"/>
          <p:cNvSpPr>
            <a:spLocks noGrp="1"/>
          </p:cNvSpPr>
          <p:nvPr/>
        </p:nvSpPr>
        <p:spPr>
          <a:xfrm>
            <a:off x="2905125" y="4772025"/>
            <a:ext cx="2171700" cy="933450"/>
          </a:xfrm>
          <a:prstGeom prst="rect">
            <a:avLst/>
          </a:prstGeom>
          <a:noFill/>
          <a:ln w="0">
            <a:noFill/>
            <a:prstDash val="solid"/>
          </a:ln>
        </p:spPr>
        <p:txBody>
          <a:bodyPr anchor="ctr"/>
          <a:lstStyle>
            <a:defPPr algn="l">
              <a:defRPr sz="1425" b="0">
                <a:solidFill>
                  <a:srgbClr val="111111"/>
                </a:solidFill>
                <a:latin typeface="Arial" panose="020B0604020202020204"/>
                <a:ea typeface="Arial" panose="020B0604020202020204"/>
                <a:cs typeface="Arial" panose="020B0604020202020204"/>
              </a:defRPr>
            </a:defPPr>
            <a:lvl1pPr algn="l">
              <a:buNone/>
              <a:defRPr sz="1425" b="0">
                <a:solidFill>
                  <a:srgbClr val="111111"/>
                </a:solidFill>
                <a:latin typeface="Arial" panose="020B0604020202020204"/>
                <a:ea typeface="Arial" panose="020B0604020202020204"/>
                <a:cs typeface="Arial" panose="020B0604020202020204"/>
              </a:defRPr>
            </a:lvl1pPr>
            <a:lvl2pPr algn="l">
              <a:buNone/>
              <a:defRPr sz="1425" b="0">
                <a:solidFill>
                  <a:srgbClr val="111111"/>
                </a:solidFill>
                <a:latin typeface="Arial" panose="020B0604020202020204"/>
                <a:ea typeface="Arial" panose="020B0604020202020204"/>
                <a:cs typeface="Arial" panose="020B0604020202020204"/>
              </a:defRPr>
            </a:lvl2pPr>
            <a:lvl3pPr algn="l">
              <a:buNone/>
              <a:defRPr sz="1425" b="0">
                <a:solidFill>
                  <a:srgbClr val="111111"/>
                </a:solidFill>
                <a:latin typeface="Arial" panose="020B0604020202020204"/>
                <a:ea typeface="Arial" panose="020B0604020202020204"/>
                <a:cs typeface="Arial" panose="020B0604020202020204"/>
              </a:defRPr>
            </a:lvl3pPr>
            <a:lvl4pPr algn="l">
              <a:buNone/>
              <a:defRPr sz="1425" b="0">
                <a:solidFill>
                  <a:srgbClr val="111111"/>
                </a:solidFill>
                <a:latin typeface="Arial" panose="020B0604020202020204"/>
                <a:ea typeface="Arial" panose="020B0604020202020204"/>
                <a:cs typeface="Arial" panose="020B0604020202020204"/>
              </a:defRPr>
            </a:lvl4pPr>
            <a:lvl5pPr algn="l">
              <a:buNone/>
              <a:defRPr sz="1425" b="0">
                <a:solidFill>
                  <a:srgbClr val="111111"/>
                </a:solidFill>
                <a:latin typeface="Arial" panose="020B0604020202020204"/>
                <a:ea typeface="Arial" panose="020B0604020202020204"/>
                <a:cs typeface="Arial" panose="020B0604020202020204"/>
              </a:defRPr>
            </a:lvl5pPr>
            <a:lvl6pPr algn="l">
              <a:buNone/>
              <a:defRPr sz="1425" b="0">
                <a:solidFill>
                  <a:srgbClr val="111111"/>
                </a:solidFill>
                <a:latin typeface="Arial" panose="020B0604020202020204"/>
                <a:ea typeface="Arial" panose="020B0604020202020204"/>
                <a:cs typeface="Arial" panose="020B0604020202020204"/>
              </a:defRPr>
            </a:lvl6pPr>
            <a:lvl7pPr algn="l">
              <a:buNone/>
              <a:defRPr sz="1425" b="0">
                <a:solidFill>
                  <a:srgbClr val="111111"/>
                </a:solidFill>
                <a:latin typeface="Arial" panose="020B0604020202020204"/>
                <a:ea typeface="Arial" panose="020B0604020202020204"/>
                <a:cs typeface="Arial" panose="020B0604020202020204"/>
              </a:defRPr>
            </a:lvl7pPr>
            <a:lvl8pPr algn="l">
              <a:buNone/>
              <a:defRPr sz="1425" b="0">
                <a:solidFill>
                  <a:srgbClr val="111111"/>
                </a:solidFill>
                <a:latin typeface="Arial" panose="020B0604020202020204"/>
                <a:ea typeface="Arial" panose="020B0604020202020204"/>
                <a:cs typeface="Arial" panose="020B0604020202020204"/>
              </a:defRPr>
            </a:lvl8pPr>
            <a:lvl9pPr algn="l">
              <a:buNone/>
              <a:defRPr sz="1425" b="0">
                <a:solidFill>
                  <a:srgbClr val="111111"/>
                </a:solidFill>
                <a:latin typeface="Arial" panose="020B0604020202020204"/>
                <a:ea typeface="Arial" panose="020B0604020202020204"/>
                <a:cs typeface="Arial" panose="020B0604020202020204"/>
              </a:defRPr>
            </a:lvl9pPr>
          </a:lstStyle>
          <a:p>
            <a:pPr algn="l">
              <a:buNone/>
              <a:defRPr sz="1425" b="0">
                <a:solidFill>
                  <a:srgbClr val="111111"/>
                </a:solidFill>
                <a:latin typeface="Arial" panose="020B0604020202020204"/>
                <a:ea typeface="Arial" panose="020B0604020202020204"/>
                <a:cs typeface="Arial" panose="020B0604020202020204"/>
              </a:defRPr>
            </a:pPr>
            <a:r>
              <a:rPr sz="1425" b="0">
                <a:solidFill>
                  <a:srgbClr val="111111"/>
                </a:solidFill>
                <a:latin typeface="Arial" panose="020B0604020202020204"/>
                <a:ea typeface="Arial" panose="020B0604020202020204"/>
                <a:cs typeface="Arial" panose="020B0604020202020204"/>
              </a:rPr>
              <a:t>Đ</a:t>
            </a:r>
            <a:r>
              <a:rPr sz="1425" b="0">
                <a:solidFill>
                  <a:srgbClr val="111111"/>
                </a:solidFill>
                <a:latin typeface="Arial" panose="020B0604020202020204"/>
                <a:ea typeface="Arial" panose="020B0604020202020204"/>
                <a:cs typeface="Arial" panose="020B0604020202020204"/>
              </a:rPr>
              <a:t>o vị trí vật l</a:t>
            </a:r>
            <a:r>
              <a:rPr sz="1425" b="0">
                <a:solidFill>
                  <a:srgbClr val="111111"/>
                </a:solidFill>
                <a:latin typeface="Arial" panose="020B0604020202020204"/>
                <a:ea typeface="Arial" panose="020B0604020202020204"/>
                <a:cs typeface="Arial" panose="020B0604020202020204"/>
              </a:rPr>
              <a:t>ý </a:t>
            </a:r>
            <a:r>
              <a:rPr sz="1425" b="0">
                <a:solidFill>
                  <a:srgbClr val="111111"/>
                </a:solidFill>
                <a:latin typeface="Arial" panose="020B0604020202020204"/>
                <a:ea typeface="Arial" panose="020B0604020202020204"/>
                <a:cs typeface="Arial" panose="020B0604020202020204"/>
              </a:rPr>
              <a:t>hoặc h</a:t>
            </a:r>
            <a:r>
              <a:rPr sz="1425" b="0">
                <a:solidFill>
                  <a:srgbClr val="111111"/>
                </a:solidFill>
                <a:latin typeface="Arial" panose="020B0604020202020204"/>
                <a:ea typeface="Arial" panose="020B0604020202020204"/>
                <a:cs typeface="Arial" panose="020B0604020202020204"/>
              </a:rPr>
              <a:t>ư</a:t>
            </a:r>
            <a:r>
              <a:rPr sz="1425" b="0">
                <a:solidFill>
                  <a:srgbClr val="111111"/>
                </a:solidFill>
                <a:latin typeface="Arial" panose="020B0604020202020204"/>
                <a:ea typeface="Arial" panose="020B0604020202020204"/>
                <a:cs typeface="Arial" panose="020B0604020202020204"/>
              </a:rPr>
              <a:t>ớng của thiết bị trong không gian</a:t>
            </a:r>
            <a:endParaRPr sz="1425" b="0">
              <a:solidFill>
                <a:srgbClr val="111111"/>
              </a:solidFill>
              <a:latin typeface="Arial" panose="020B0604020202020204"/>
              <a:ea typeface="Arial" panose="020B0604020202020204"/>
              <a:cs typeface="Arial" panose="020B0604020202020204"/>
            </a:endParaRPr>
          </a:p>
        </p:txBody>
      </p:sp>
      <p:sp>
        <p:nvSpPr>
          <p:cNvPr id="33" name="Rectangle 32"/>
          <p:cNvSpPr>
            <a:spLocks noGrp="1"/>
          </p:cNvSpPr>
          <p:nvPr/>
        </p:nvSpPr>
        <p:spPr>
          <a:xfrm>
            <a:off x="5381625" y="4772025"/>
            <a:ext cx="3667125" cy="933450"/>
          </a:xfrm>
          <a:prstGeom prst="rect">
            <a:avLst/>
          </a:prstGeom>
          <a:noFill/>
          <a:ln w="0">
            <a:noFill/>
            <a:prstDash val="solid"/>
          </a:ln>
        </p:spPr>
        <p:txBody>
          <a:bodyPr anchor="ctr"/>
          <a:lstStyle>
            <a:defPPr algn="l">
              <a:defRPr sz="1425" b="0">
                <a:solidFill>
                  <a:srgbClr val="111111"/>
                </a:solidFill>
                <a:latin typeface="Arial" panose="020B0604020202020204"/>
                <a:ea typeface="Arial" panose="020B0604020202020204"/>
                <a:cs typeface="Arial" panose="020B0604020202020204"/>
              </a:defRPr>
            </a:defPPr>
            <a:lvl1pPr algn="l">
              <a:buNone/>
              <a:defRPr sz="1425" b="0">
                <a:solidFill>
                  <a:srgbClr val="111111"/>
                </a:solidFill>
                <a:latin typeface="Arial" panose="020B0604020202020204"/>
                <a:ea typeface="Arial" panose="020B0604020202020204"/>
                <a:cs typeface="Arial" panose="020B0604020202020204"/>
              </a:defRPr>
            </a:lvl1pPr>
            <a:lvl2pPr algn="l">
              <a:buNone/>
              <a:defRPr sz="1425" b="0">
                <a:solidFill>
                  <a:srgbClr val="111111"/>
                </a:solidFill>
                <a:latin typeface="Arial" panose="020B0604020202020204"/>
                <a:ea typeface="Arial" panose="020B0604020202020204"/>
                <a:cs typeface="Arial" panose="020B0604020202020204"/>
              </a:defRPr>
            </a:lvl2pPr>
            <a:lvl3pPr algn="l">
              <a:buNone/>
              <a:defRPr sz="1425" b="0">
                <a:solidFill>
                  <a:srgbClr val="111111"/>
                </a:solidFill>
                <a:latin typeface="Arial" panose="020B0604020202020204"/>
                <a:ea typeface="Arial" panose="020B0604020202020204"/>
                <a:cs typeface="Arial" panose="020B0604020202020204"/>
              </a:defRPr>
            </a:lvl3pPr>
            <a:lvl4pPr algn="l">
              <a:buNone/>
              <a:defRPr sz="1425" b="0">
                <a:solidFill>
                  <a:srgbClr val="111111"/>
                </a:solidFill>
                <a:latin typeface="Arial" panose="020B0604020202020204"/>
                <a:ea typeface="Arial" panose="020B0604020202020204"/>
                <a:cs typeface="Arial" panose="020B0604020202020204"/>
              </a:defRPr>
            </a:lvl4pPr>
            <a:lvl5pPr algn="l">
              <a:buNone/>
              <a:defRPr sz="1425" b="0">
                <a:solidFill>
                  <a:srgbClr val="111111"/>
                </a:solidFill>
                <a:latin typeface="Arial" panose="020B0604020202020204"/>
                <a:ea typeface="Arial" panose="020B0604020202020204"/>
                <a:cs typeface="Arial" panose="020B0604020202020204"/>
              </a:defRPr>
            </a:lvl5pPr>
            <a:lvl6pPr algn="l">
              <a:buNone/>
              <a:defRPr sz="1425" b="0">
                <a:solidFill>
                  <a:srgbClr val="111111"/>
                </a:solidFill>
                <a:latin typeface="Arial" panose="020B0604020202020204"/>
                <a:ea typeface="Arial" panose="020B0604020202020204"/>
                <a:cs typeface="Arial" panose="020B0604020202020204"/>
              </a:defRPr>
            </a:lvl6pPr>
            <a:lvl7pPr algn="l">
              <a:buNone/>
              <a:defRPr sz="1425" b="0">
                <a:solidFill>
                  <a:srgbClr val="111111"/>
                </a:solidFill>
                <a:latin typeface="Arial" panose="020B0604020202020204"/>
                <a:ea typeface="Arial" panose="020B0604020202020204"/>
                <a:cs typeface="Arial" panose="020B0604020202020204"/>
              </a:defRPr>
            </a:lvl7pPr>
            <a:lvl8pPr algn="l">
              <a:buNone/>
              <a:defRPr sz="1425" b="0">
                <a:solidFill>
                  <a:srgbClr val="111111"/>
                </a:solidFill>
                <a:latin typeface="Arial" panose="020B0604020202020204"/>
                <a:ea typeface="Arial" panose="020B0604020202020204"/>
                <a:cs typeface="Arial" panose="020B0604020202020204"/>
              </a:defRPr>
            </a:lvl8pPr>
            <a:lvl9pPr algn="l">
              <a:buNone/>
              <a:defRPr sz="1425" b="0">
                <a:solidFill>
                  <a:srgbClr val="111111"/>
                </a:solidFill>
                <a:latin typeface="Arial" panose="020B0604020202020204"/>
                <a:ea typeface="Arial" panose="020B0604020202020204"/>
                <a:cs typeface="Arial" panose="020B0604020202020204"/>
              </a:defRPr>
            </a:lvl9pPr>
          </a:lstStyle>
          <a:p>
            <a:pPr algn="l">
              <a:buNone/>
              <a:defRPr sz="1425" b="0">
                <a:solidFill>
                  <a:srgbClr val="111111"/>
                </a:solidFill>
                <a:latin typeface="Arial" panose="020B0604020202020204"/>
                <a:ea typeface="Arial" panose="020B0604020202020204"/>
                <a:cs typeface="Arial" panose="020B0604020202020204"/>
              </a:defRPr>
            </a:pPr>
            <a:r>
              <a:rPr sz="1425" b="0">
                <a:solidFill>
                  <a:srgbClr val="111111"/>
                </a:solidFill>
                <a:latin typeface="Arial" panose="020B0604020202020204"/>
                <a:ea typeface="Arial" panose="020B0604020202020204"/>
                <a:cs typeface="Arial" panose="020B0604020202020204"/>
              </a:rPr>
              <a:t>Cảm biến tiệm cận, Từ tr</a:t>
            </a:r>
            <a:r>
              <a:rPr sz="1425" b="0">
                <a:solidFill>
                  <a:srgbClr val="111111"/>
                </a:solidFill>
                <a:latin typeface="Arial" panose="020B0604020202020204"/>
                <a:ea typeface="Arial" panose="020B0604020202020204"/>
                <a:cs typeface="Arial" panose="020B0604020202020204"/>
              </a:rPr>
              <a:t>ư</a:t>
            </a:r>
            <a:r>
              <a:rPr sz="1425" b="0">
                <a:solidFill>
                  <a:srgbClr val="111111"/>
                </a:solidFill>
                <a:latin typeface="Arial" panose="020B0604020202020204"/>
                <a:ea typeface="Arial" panose="020B0604020202020204"/>
                <a:cs typeface="Arial" panose="020B0604020202020204"/>
              </a:rPr>
              <a:t>ờn</a:t>
            </a:r>
            <a:r>
              <a:rPr sz="1425" b="0">
                <a:solidFill>
                  <a:srgbClr val="111111"/>
                </a:solidFill>
                <a:latin typeface="Arial" panose="020B0604020202020204"/>
                <a:ea typeface="Arial" panose="020B0604020202020204"/>
                <a:cs typeface="Arial" panose="020B0604020202020204"/>
              </a:rPr>
              <a:t>g</a:t>
            </a:r>
            <a:r>
              <a:rPr sz="1425" b="0">
                <a:solidFill>
                  <a:srgbClr val="111111"/>
                </a:solidFill>
                <a:latin typeface="Arial" panose="020B0604020202020204"/>
                <a:ea typeface="Arial" panose="020B0604020202020204"/>
                <a:cs typeface="Arial" panose="020B0604020202020204"/>
              </a:rPr>
              <a:t>, Cảm biến h</a:t>
            </a:r>
            <a:r>
              <a:rPr sz="1425" b="0">
                <a:solidFill>
                  <a:srgbClr val="111111"/>
                </a:solidFill>
                <a:latin typeface="Arial" panose="020B0604020202020204"/>
                <a:ea typeface="Arial" panose="020B0604020202020204"/>
                <a:cs typeface="Arial" panose="020B0604020202020204"/>
              </a:rPr>
              <a:t>ư</a:t>
            </a:r>
            <a:r>
              <a:rPr sz="1425" b="0">
                <a:solidFill>
                  <a:srgbClr val="111111"/>
                </a:solidFill>
                <a:latin typeface="Arial" panose="020B0604020202020204"/>
                <a:ea typeface="Arial" panose="020B0604020202020204"/>
                <a:cs typeface="Arial" panose="020B0604020202020204"/>
              </a:rPr>
              <a:t>ớng </a:t>
            </a:r>
            <a:endParaRPr sz="1425" b="0">
              <a:solidFill>
                <a:srgbClr val="111111"/>
              </a:solidFill>
              <a:latin typeface="Arial" panose="020B0604020202020204"/>
              <a:ea typeface="Arial" panose="020B0604020202020204"/>
              <a:cs typeface="Arial" panose="020B0604020202020204"/>
            </a:endParaRPr>
          </a:p>
        </p:txBody>
      </p:sp>
      <p:sp>
        <p:nvSpPr>
          <p:cNvPr id="34" name="Rectangle 33"/>
          <p:cNvSpPr>
            <a:spLocks noGrp="1"/>
          </p:cNvSpPr>
          <p:nvPr/>
        </p:nvSpPr>
        <p:spPr>
          <a:xfrm>
            <a:off x="9353550" y="4772025"/>
            <a:ext cx="2209800" cy="933450"/>
          </a:xfrm>
          <a:prstGeom prst="rect">
            <a:avLst/>
          </a:prstGeom>
          <a:noFill/>
          <a:ln w="0">
            <a:noFill/>
            <a:prstDash val="solid"/>
          </a:ln>
        </p:spPr>
        <p:txBody>
          <a:bodyPr anchor="ctr"/>
          <a:lstStyle>
            <a:defPPr algn="l">
              <a:defRPr sz="1425" b="0">
                <a:solidFill>
                  <a:srgbClr val="111111"/>
                </a:solidFill>
                <a:latin typeface="Arial" panose="020B0604020202020204"/>
                <a:ea typeface="Arial" panose="020B0604020202020204"/>
                <a:cs typeface="Arial" panose="020B0604020202020204"/>
              </a:defRPr>
            </a:defPPr>
            <a:lvl1pPr algn="l">
              <a:buNone/>
              <a:defRPr sz="1425" b="0">
                <a:solidFill>
                  <a:srgbClr val="111111"/>
                </a:solidFill>
                <a:latin typeface="Arial" panose="020B0604020202020204"/>
                <a:ea typeface="Arial" panose="020B0604020202020204"/>
                <a:cs typeface="Arial" panose="020B0604020202020204"/>
              </a:defRPr>
            </a:lvl1pPr>
            <a:lvl2pPr algn="l">
              <a:buNone/>
              <a:defRPr sz="1425" b="0">
                <a:solidFill>
                  <a:srgbClr val="111111"/>
                </a:solidFill>
                <a:latin typeface="Arial" panose="020B0604020202020204"/>
                <a:ea typeface="Arial" panose="020B0604020202020204"/>
                <a:cs typeface="Arial" panose="020B0604020202020204"/>
              </a:defRPr>
            </a:lvl2pPr>
            <a:lvl3pPr algn="l">
              <a:buNone/>
              <a:defRPr sz="1425" b="0">
                <a:solidFill>
                  <a:srgbClr val="111111"/>
                </a:solidFill>
                <a:latin typeface="Arial" panose="020B0604020202020204"/>
                <a:ea typeface="Arial" panose="020B0604020202020204"/>
                <a:cs typeface="Arial" panose="020B0604020202020204"/>
              </a:defRPr>
            </a:lvl3pPr>
            <a:lvl4pPr algn="l">
              <a:buNone/>
              <a:defRPr sz="1425" b="0">
                <a:solidFill>
                  <a:srgbClr val="111111"/>
                </a:solidFill>
                <a:latin typeface="Arial" panose="020B0604020202020204"/>
                <a:ea typeface="Arial" panose="020B0604020202020204"/>
                <a:cs typeface="Arial" panose="020B0604020202020204"/>
              </a:defRPr>
            </a:lvl4pPr>
            <a:lvl5pPr algn="l">
              <a:buNone/>
              <a:defRPr sz="1425" b="0">
                <a:solidFill>
                  <a:srgbClr val="111111"/>
                </a:solidFill>
                <a:latin typeface="Arial" panose="020B0604020202020204"/>
                <a:ea typeface="Arial" panose="020B0604020202020204"/>
                <a:cs typeface="Arial" panose="020B0604020202020204"/>
              </a:defRPr>
            </a:lvl5pPr>
            <a:lvl6pPr algn="l">
              <a:buNone/>
              <a:defRPr sz="1425" b="0">
                <a:solidFill>
                  <a:srgbClr val="111111"/>
                </a:solidFill>
                <a:latin typeface="Arial" panose="020B0604020202020204"/>
                <a:ea typeface="Arial" panose="020B0604020202020204"/>
                <a:cs typeface="Arial" panose="020B0604020202020204"/>
              </a:defRPr>
            </a:lvl6pPr>
            <a:lvl7pPr algn="l">
              <a:buNone/>
              <a:defRPr sz="1425" b="0">
                <a:solidFill>
                  <a:srgbClr val="111111"/>
                </a:solidFill>
                <a:latin typeface="Arial" panose="020B0604020202020204"/>
                <a:ea typeface="Arial" panose="020B0604020202020204"/>
                <a:cs typeface="Arial" panose="020B0604020202020204"/>
              </a:defRPr>
            </a:lvl7pPr>
            <a:lvl8pPr algn="l">
              <a:buNone/>
              <a:defRPr sz="1425" b="0">
                <a:solidFill>
                  <a:srgbClr val="111111"/>
                </a:solidFill>
                <a:latin typeface="Arial" panose="020B0604020202020204"/>
                <a:ea typeface="Arial" panose="020B0604020202020204"/>
                <a:cs typeface="Arial" panose="020B0604020202020204"/>
              </a:defRPr>
            </a:lvl8pPr>
            <a:lvl9pPr algn="l">
              <a:buNone/>
              <a:defRPr sz="1425" b="0">
                <a:solidFill>
                  <a:srgbClr val="111111"/>
                </a:solidFill>
                <a:latin typeface="Arial" panose="020B0604020202020204"/>
                <a:ea typeface="Arial" panose="020B0604020202020204"/>
                <a:cs typeface="Arial" panose="020B0604020202020204"/>
              </a:defRPr>
            </a:lvl9pPr>
          </a:lstStyle>
          <a:p>
            <a:pPr algn="l">
              <a:buNone/>
              <a:defRPr sz="1425" b="0">
                <a:solidFill>
                  <a:srgbClr val="111111"/>
                </a:solidFill>
                <a:latin typeface="Arial" panose="020B0604020202020204"/>
                <a:ea typeface="Arial" panose="020B0604020202020204"/>
                <a:cs typeface="Arial" panose="020B0604020202020204"/>
              </a:defRPr>
            </a:pPr>
            <a:r>
              <a:rPr sz="1425" b="0">
                <a:solidFill>
                  <a:srgbClr val="111111"/>
                </a:solidFill>
                <a:latin typeface="Arial" panose="020B0604020202020204"/>
                <a:ea typeface="Arial" panose="020B0604020202020204"/>
                <a:cs typeface="Arial" panose="020B0604020202020204"/>
              </a:rPr>
              <a:t>La bàn, dẫn đường</a:t>
            </a:r>
            <a:endParaRPr sz="1425" b="0">
              <a:solidFill>
                <a:srgbClr val="111111"/>
              </a:solidFill>
              <a:latin typeface="Arial" panose="020B0604020202020204"/>
              <a:ea typeface="Arial" panose="020B0604020202020204"/>
              <a:cs typeface="Arial" panose="020B0604020202020204"/>
            </a:endParaRPr>
          </a:p>
          <a:p>
            <a:pPr algn="l">
              <a:buNone/>
              <a:defRPr sz="1425" b="0">
                <a:solidFill>
                  <a:srgbClr val="111111"/>
                </a:solidFill>
                <a:latin typeface="Arial" panose="020B0604020202020204"/>
                <a:ea typeface="Arial" panose="020B0604020202020204"/>
                <a:cs typeface="Arial" panose="020B0604020202020204"/>
              </a:defRPr>
            </a:pPr>
            <a:r>
              <a:rPr sz="1425" b="0">
                <a:solidFill>
                  <a:srgbClr val="111111"/>
                </a:solidFill>
                <a:latin typeface="Arial" panose="020B0604020202020204"/>
                <a:ea typeface="Arial" panose="020B0604020202020204"/>
                <a:cs typeface="Arial" panose="020B0604020202020204"/>
              </a:rPr>
              <a:t>Nhận biết gần/xa</a:t>
            </a:r>
            <a:endParaRPr sz="1425" b="0">
              <a:solidFill>
                <a:srgbClr val="111111"/>
              </a:solidFill>
              <a:latin typeface="Arial" panose="020B0604020202020204"/>
              <a:ea typeface="Arial" panose="020B0604020202020204"/>
              <a:cs typeface="Arial" panose="020B0604020202020204"/>
            </a:endParaRPr>
          </a:p>
        </p:txBody>
      </p:sp>
      <p:sp>
        <p:nvSpPr>
          <p:cNvPr id="35" name="Rectangle 34"/>
          <p:cNvSpPr>
            <a:spLocks noGrp="1"/>
          </p:cNvSpPr>
          <p:nvPr/>
        </p:nvSpPr>
        <p:spPr>
          <a:xfrm>
            <a:off x="542925" y="6048375"/>
            <a:ext cx="11049000" cy="409575"/>
          </a:xfrm>
          <a:prstGeom prst="rect">
            <a:avLst/>
          </a:prstGeom>
          <a:noFill/>
          <a:ln w="0">
            <a:noFill/>
            <a:prstDash val="solid"/>
          </a:ln>
        </p:spPr>
        <p:txBody>
          <a:bodyPr anchor="ctr"/>
          <a:lstStyle>
            <a:defPPr algn="l">
              <a:defRPr sz="1425" b="0">
                <a:solidFill>
                  <a:srgbClr val="4D4D4D"/>
                </a:solidFill>
                <a:latin typeface="Arial" panose="020B0604020202020204"/>
                <a:ea typeface="Arial" panose="020B0604020202020204"/>
                <a:cs typeface="Arial" panose="020B0604020202020204"/>
              </a:defRPr>
            </a:defPPr>
            <a:lvl1pPr algn="l">
              <a:buNone/>
              <a:defRPr sz="1425" b="0">
                <a:solidFill>
                  <a:srgbClr val="4D4D4D"/>
                </a:solidFill>
                <a:latin typeface="Arial" panose="020B0604020202020204"/>
                <a:ea typeface="Arial" panose="020B0604020202020204"/>
                <a:cs typeface="Arial" panose="020B0604020202020204"/>
              </a:defRPr>
            </a:lvl1pPr>
            <a:lvl2pPr algn="l">
              <a:buNone/>
              <a:defRPr sz="1425" b="0">
                <a:solidFill>
                  <a:srgbClr val="4D4D4D"/>
                </a:solidFill>
                <a:latin typeface="Arial" panose="020B0604020202020204"/>
                <a:ea typeface="Arial" panose="020B0604020202020204"/>
                <a:cs typeface="Arial" panose="020B0604020202020204"/>
              </a:defRPr>
            </a:lvl2pPr>
            <a:lvl3pPr algn="l">
              <a:buNone/>
              <a:defRPr sz="1425" b="0">
                <a:solidFill>
                  <a:srgbClr val="4D4D4D"/>
                </a:solidFill>
                <a:latin typeface="Arial" panose="020B0604020202020204"/>
                <a:ea typeface="Arial" panose="020B0604020202020204"/>
                <a:cs typeface="Arial" panose="020B0604020202020204"/>
              </a:defRPr>
            </a:lvl3pPr>
            <a:lvl4pPr algn="l">
              <a:buNone/>
              <a:defRPr sz="1425" b="0">
                <a:solidFill>
                  <a:srgbClr val="4D4D4D"/>
                </a:solidFill>
                <a:latin typeface="Arial" panose="020B0604020202020204"/>
                <a:ea typeface="Arial" panose="020B0604020202020204"/>
                <a:cs typeface="Arial" panose="020B0604020202020204"/>
              </a:defRPr>
            </a:lvl4pPr>
            <a:lvl5pPr algn="l">
              <a:buNone/>
              <a:defRPr sz="1425" b="0">
                <a:solidFill>
                  <a:srgbClr val="4D4D4D"/>
                </a:solidFill>
                <a:latin typeface="Arial" panose="020B0604020202020204"/>
                <a:ea typeface="Arial" panose="020B0604020202020204"/>
                <a:cs typeface="Arial" panose="020B0604020202020204"/>
              </a:defRPr>
            </a:lvl5pPr>
            <a:lvl6pPr algn="l">
              <a:buNone/>
              <a:defRPr sz="1425" b="0">
                <a:solidFill>
                  <a:srgbClr val="4D4D4D"/>
                </a:solidFill>
                <a:latin typeface="Arial" panose="020B0604020202020204"/>
                <a:ea typeface="Arial" panose="020B0604020202020204"/>
                <a:cs typeface="Arial" panose="020B0604020202020204"/>
              </a:defRPr>
            </a:lvl6pPr>
            <a:lvl7pPr algn="l">
              <a:buNone/>
              <a:defRPr sz="1425" b="0">
                <a:solidFill>
                  <a:srgbClr val="4D4D4D"/>
                </a:solidFill>
                <a:latin typeface="Arial" panose="020B0604020202020204"/>
                <a:ea typeface="Arial" panose="020B0604020202020204"/>
                <a:cs typeface="Arial" panose="020B0604020202020204"/>
              </a:defRPr>
            </a:lvl7pPr>
            <a:lvl8pPr algn="l">
              <a:buNone/>
              <a:defRPr sz="1425" b="0">
                <a:solidFill>
                  <a:srgbClr val="4D4D4D"/>
                </a:solidFill>
                <a:latin typeface="Arial" panose="020B0604020202020204"/>
                <a:ea typeface="Arial" panose="020B0604020202020204"/>
                <a:cs typeface="Arial" panose="020B0604020202020204"/>
              </a:defRPr>
            </a:lvl8pPr>
            <a:lvl9pPr algn="l">
              <a:buNone/>
              <a:defRPr sz="1425" b="0">
                <a:solidFill>
                  <a:srgbClr val="4D4D4D"/>
                </a:solidFill>
                <a:latin typeface="Arial" panose="020B0604020202020204"/>
                <a:ea typeface="Arial" panose="020B0604020202020204"/>
                <a:cs typeface="Arial" panose="020B0604020202020204"/>
              </a:defRPr>
            </a:lvl9pPr>
          </a:lstStyle>
          <a:p>
            <a:pPr algn="l">
              <a:buNone/>
              <a:defRPr sz="1425" b="0">
                <a:solidFill>
                  <a:srgbClr val="4D4D4D"/>
                </a:solidFill>
                <a:latin typeface="Arial" panose="020B0604020202020204"/>
                <a:ea typeface="Arial" panose="020B0604020202020204"/>
                <a:cs typeface="Arial" panose="020B0604020202020204"/>
              </a:defRPr>
            </a:pPr>
            <a:r>
              <a:rPr sz="1425" b="0">
                <a:solidFill>
                  <a:srgbClr val="4D4D4D"/>
                </a:solidFill>
                <a:latin typeface="Arial" panose="020B0604020202020204"/>
                <a:ea typeface="Arial" panose="020B0604020202020204"/>
                <a:cs typeface="Arial" panose="020B0604020202020204"/>
              </a:rPr>
              <a:t>.</a:t>
            </a:r>
            <a:endParaRPr sz="1425" b="0">
              <a:solidFill>
                <a:srgbClr val="4D4D4D"/>
              </a:solidFill>
              <a:latin typeface="Arial" panose="020B0604020202020204"/>
              <a:ea typeface="Arial" panose="020B0604020202020204"/>
              <a:cs typeface="Arial" panose="020B060402020202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9" name="Rectangle 28"/>
          <p:cNvSpPr>
            <a:spLocks noGrp="1"/>
          </p:cNvSpPr>
          <p:nvPr/>
        </p:nvSpPr>
        <p:spPr>
          <a:xfrm>
            <a:off x="342900" y="152400"/>
            <a:ext cx="11401425" cy="466725"/>
          </a:xfrm>
          <a:prstGeom prst="rect">
            <a:avLst/>
          </a:prstGeom>
          <a:noFill/>
          <a:ln w="0">
            <a:noFill/>
            <a:prstDash val="solid"/>
          </a:ln>
        </p:spPr>
        <p:txBody>
          <a:bodyPr anchor="ctr"/>
          <a:lstStyle>
            <a:defPPr algn="l">
              <a:defRPr sz="2175" b="1">
                <a:solidFill>
                  <a:srgbClr val="111111"/>
                </a:solidFill>
                <a:latin typeface="Arial" panose="020B0604020202020204"/>
                <a:ea typeface="Arial" panose="020B0604020202020204"/>
                <a:cs typeface="Arial" panose="020B0604020202020204"/>
              </a:defRPr>
            </a:defPPr>
            <a:lvl1pPr algn="l">
              <a:buNone/>
              <a:defRPr sz="2175" b="1">
                <a:solidFill>
                  <a:srgbClr val="111111"/>
                </a:solidFill>
                <a:latin typeface="Arial" panose="020B0604020202020204"/>
                <a:ea typeface="Arial" panose="020B0604020202020204"/>
                <a:cs typeface="Arial" panose="020B0604020202020204"/>
              </a:defRPr>
            </a:lvl1pPr>
            <a:lvl2pPr algn="l">
              <a:buNone/>
              <a:defRPr sz="2175" b="1">
                <a:solidFill>
                  <a:srgbClr val="111111"/>
                </a:solidFill>
                <a:latin typeface="Arial" panose="020B0604020202020204"/>
                <a:ea typeface="Arial" panose="020B0604020202020204"/>
                <a:cs typeface="Arial" panose="020B0604020202020204"/>
              </a:defRPr>
            </a:lvl2pPr>
            <a:lvl3pPr algn="l">
              <a:buNone/>
              <a:defRPr sz="2175" b="1">
                <a:solidFill>
                  <a:srgbClr val="111111"/>
                </a:solidFill>
                <a:latin typeface="Arial" panose="020B0604020202020204"/>
                <a:ea typeface="Arial" panose="020B0604020202020204"/>
                <a:cs typeface="Arial" panose="020B0604020202020204"/>
              </a:defRPr>
            </a:lvl3pPr>
            <a:lvl4pPr algn="l">
              <a:buNone/>
              <a:defRPr sz="2175" b="1">
                <a:solidFill>
                  <a:srgbClr val="111111"/>
                </a:solidFill>
                <a:latin typeface="Arial" panose="020B0604020202020204"/>
                <a:ea typeface="Arial" panose="020B0604020202020204"/>
                <a:cs typeface="Arial" panose="020B0604020202020204"/>
              </a:defRPr>
            </a:lvl4pPr>
            <a:lvl5pPr algn="l">
              <a:buNone/>
              <a:defRPr sz="2175" b="1">
                <a:solidFill>
                  <a:srgbClr val="111111"/>
                </a:solidFill>
                <a:latin typeface="Arial" panose="020B0604020202020204"/>
                <a:ea typeface="Arial" panose="020B0604020202020204"/>
                <a:cs typeface="Arial" panose="020B0604020202020204"/>
              </a:defRPr>
            </a:lvl5pPr>
            <a:lvl6pPr algn="l">
              <a:buNone/>
              <a:defRPr sz="2175" b="1">
                <a:solidFill>
                  <a:srgbClr val="111111"/>
                </a:solidFill>
                <a:latin typeface="Arial" panose="020B0604020202020204"/>
                <a:ea typeface="Arial" panose="020B0604020202020204"/>
                <a:cs typeface="Arial" panose="020B0604020202020204"/>
              </a:defRPr>
            </a:lvl6pPr>
            <a:lvl7pPr algn="l">
              <a:buNone/>
              <a:defRPr sz="2175" b="1">
                <a:solidFill>
                  <a:srgbClr val="111111"/>
                </a:solidFill>
                <a:latin typeface="Arial" panose="020B0604020202020204"/>
                <a:ea typeface="Arial" panose="020B0604020202020204"/>
                <a:cs typeface="Arial" panose="020B0604020202020204"/>
              </a:defRPr>
            </a:lvl7pPr>
            <a:lvl8pPr algn="l">
              <a:buNone/>
              <a:defRPr sz="2175" b="1">
                <a:solidFill>
                  <a:srgbClr val="111111"/>
                </a:solidFill>
                <a:latin typeface="Arial" panose="020B0604020202020204"/>
                <a:ea typeface="Arial" panose="020B0604020202020204"/>
                <a:cs typeface="Arial" panose="020B0604020202020204"/>
              </a:defRPr>
            </a:lvl8pPr>
            <a:lvl9pPr algn="l">
              <a:buNone/>
              <a:defRPr sz="2175" b="1">
                <a:solidFill>
                  <a:srgbClr val="111111"/>
                </a:solidFill>
                <a:latin typeface="Arial" panose="020B0604020202020204"/>
                <a:ea typeface="Arial" panose="020B0604020202020204"/>
                <a:cs typeface="Arial" panose="020B0604020202020204"/>
              </a:defRPr>
            </a:lvl9pPr>
          </a:lstStyle>
          <a:p>
            <a:pPr algn="l">
              <a:buNone/>
              <a:defRPr sz="2175" b="1">
                <a:solidFill>
                  <a:srgbClr val="111111"/>
                </a:solidFill>
                <a:latin typeface="Arial" panose="020B0604020202020204"/>
                <a:ea typeface="Arial" panose="020B0604020202020204"/>
                <a:cs typeface="Arial" panose="020B0604020202020204"/>
              </a:defRPr>
            </a:pPr>
            <a:r>
              <a:rPr sz="2175" b="1">
                <a:solidFill>
                  <a:srgbClr val="111111"/>
                </a:solidFill>
                <a:latin typeface="Arial" panose="020B0604020202020204"/>
                <a:ea typeface="Arial" panose="020B0604020202020204"/>
                <a:cs typeface="Arial" panose="020B0604020202020204"/>
              </a:rPr>
              <a:t>2. Android Sensor Framework</a:t>
            </a:r>
            <a:endParaRPr sz="2175" b="1">
              <a:solidFill>
                <a:srgbClr val="111111"/>
              </a:solidFill>
              <a:latin typeface="Arial" panose="020B0604020202020204"/>
              <a:ea typeface="Arial" panose="020B0604020202020204"/>
              <a:cs typeface="Arial" panose="020B0604020202020204"/>
            </a:endParaRPr>
          </a:p>
        </p:txBody>
      </p:sp>
      <p:sp>
        <p:nvSpPr>
          <p:cNvPr id="2" name="Rectangle 1"/>
          <p:cNvSpPr>
            <a:spLocks noGrp="1"/>
          </p:cNvSpPr>
          <p:nvPr/>
        </p:nvSpPr>
        <p:spPr>
          <a:xfrm>
            <a:off x="0" y="666750"/>
            <a:ext cx="12192000" cy="95250"/>
          </a:xfrm>
          <a:prstGeom prst="rect">
            <a:avLst/>
          </a:prstGeom>
          <a:solidFill>
            <a:srgbClr val="4E8DF6"/>
          </a:solidFill>
          <a:ln w="9525">
            <a:solidFill>
              <a:srgbClr val="4E8DF6"/>
            </a:solidFill>
            <a:prstDash val="solid"/>
          </a:ln>
        </p:spPr>
      </p:sp>
      <p:sp>
        <p:nvSpPr>
          <p:cNvPr id="3" name="Rectangle 2"/>
          <p:cNvSpPr>
            <a:spLocks noGrp="1"/>
          </p:cNvSpPr>
          <p:nvPr/>
        </p:nvSpPr>
        <p:spPr>
          <a:xfrm>
            <a:off x="523875" y="981075"/>
            <a:ext cx="10715625" cy="409575"/>
          </a:xfrm>
          <a:prstGeom prst="rect">
            <a:avLst/>
          </a:prstGeom>
          <a:noFill/>
          <a:ln w="0">
            <a:noFill/>
            <a:prstDash val="solid"/>
          </a:ln>
        </p:spPr>
        <p:txBody>
          <a:bodyPr anchor="ctr"/>
          <a:lstStyle>
            <a:defPPr algn="l">
              <a:defRPr sz="1500" b="1">
                <a:solidFill>
                  <a:srgbClr val="F20D0D"/>
                </a:solidFill>
                <a:latin typeface="Arial" panose="020B0604020202020204"/>
                <a:ea typeface="Arial" panose="020B0604020202020204"/>
                <a:cs typeface="Arial" panose="020B0604020202020204"/>
              </a:defRPr>
            </a:defPPr>
            <a:lvl1pPr algn="l">
              <a:buNone/>
              <a:defRPr sz="1500" b="1">
                <a:solidFill>
                  <a:srgbClr val="F20D0D"/>
                </a:solidFill>
                <a:latin typeface="Arial" panose="020B0604020202020204"/>
                <a:ea typeface="Arial" panose="020B0604020202020204"/>
                <a:cs typeface="Arial" panose="020B0604020202020204"/>
              </a:defRPr>
            </a:lvl1pPr>
            <a:lvl2pPr algn="l">
              <a:buNone/>
              <a:defRPr sz="1500" b="1">
                <a:solidFill>
                  <a:srgbClr val="F20D0D"/>
                </a:solidFill>
                <a:latin typeface="Arial" panose="020B0604020202020204"/>
                <a:ea typeface="Arial" panose="020B0604020202020204"/>
                <a:cs typeface="Arial" panose="020B0604020202020204"/>
              </a:defRPr>
            </a:lvl2pPr>
            <a:lvl3pPr algn="l">
              <a:buNone/>
              <a:defRPr sz="1500" b="1">
                <a:solidFill>
                  <a:srgbClr val="F20D0D"/>
                </a:solidFill>
                <a:latin typeface="Arial" panose="020B0604020202020204"/>
                <a:ea typeface="Arial" panose="020B0604020202020204"/>
                <a:cs typeface="Arial" panose="020B0604020202020204"/>
              </a:defRPr>
            </a:lvl3pPr>
            <a:lvl4pPr algn="l">
              <a:buNone/>
              <a:defRPr sz="1500" b="1">
                <a:solidFill>
                  <a:srgbClr val="F20D0D"/>
                </a:solidFill>
                <a:latin typeface="Arial" panose="020B0604020202020204"/>
                <a:ea typeface="Arial" panose="020B0604020202020204"/>
                <a:cs typeface="Arial" panose="020B0604020202020204"/>
              </a:defRPr>
            </a:lvl4pPr>
            <a:lvl5pPr algn="l">
              <a:buNone/>
              <a:defRPr sz="1500" b="1">
                <a:solidFill>
                  <a:srgbClr val="F20D0D"/>
                </a:solidFill>
                <a:latin typeface="Arial" panose="020B0604020202020204"/>
                <a:ea typeface="Arial" panose="020B0604020202020204"/>
                <a:cs typeface="Arial" panose="020B0604020202020204"/>
              </a:defRPr>
            </a:lvl5pPr>
            <a:lvl6pPr algn="l">
              <a:buNone/>
              <a:defRPr sz="1500" b="1">
                <a:solidFill>
                  <a:srgbClr val="F20D0D"/>
                </a:solidFill>
                <a:latin typeface="Arial" panose="020B0604020202020204"/>
                <a:ea typeface="Arial" panose="020B0604020202020204"/>
                <a:cs typeface="Arial" panose="020B0604020202020204"/>
              </a:defRPr>
            </a:lvl6pPr>
            <a:lvl7pPr algn="l">
              <a:buNone/>
              <a:defRPr sz="1500" b="1">
                <a:solidFill>
                  <a:srgbClr val="F20D0D"/>
                </a:solidFill>
                <a:latin typeface="Arial" panose="020B0604020202020204"/>
                <a:ea typeface="Arial" panose="020B0604020202020204"/>
                <a:cs typeface="Arial" panose="020B0604020202020204"/>
              </a:defRPr>
            </a:lvl7pPr>
            <a:lvl8pPr algn="l">
              <a:buNone/>
              <a:defRPr sz="1500" b="1">
                <a:solidFill>
                  <a:srgbClr val="F20D0D"/>
                </a:solidFill>
                <a:latin typeface="Arial" panose="020B0604020202020204"/>
                <a:ea typeface="Arial" panose="020B0604020202020204"/>
                <a:cs typeface="Arial" panose="020B0604020202020204"/>
              </a:defRPr>
            </a:lvl8pPr>
            <a:lvl9pPr algn="l">
              <a:buNone/>
              <a:defRPr sz="1500" b="1">
                <a:solidFill>
                  <a:srgbClr val="F20D0D"/>
                </a:solidFill>
                <a:latin typeface="Arial" panose="020B0604020202020204"/>
                <a:ea typeface="Arial" panose="020B0604020202020204"/>
                <a:cs typeface="Arial" panose="020B0604020202020204"/>
              </a:defRPr>
            </a:lvl9pPr>
          </a:lstStyle>
          <a:p>
            <a:pPr algn="l">
              <a:buNone/>
              <a:defRPr sz="1500" b="1">
                <a:solidFill>
                  <a:srgbClr val="F20D0D"/>
                </a:solidFill>
                <a:latin typeface="Arial" panose="020B0604020202020204"/>
                <a:ea typeface="Arial" panose="020B0604020202020204"/>
                <a:cs typeface="Arial" panose="020B0604020202020204"/>
              </a:defRPr>
            </a:pPr>
            <a:r>
              <a:rPr sz="1500" b="1">
                <a:solidFill>
                  <a:srgbClr val="F20D0D"/>
                </a:solidFill>
                <a:latin typeface="Arial" panose="020B0604020202020204"/>
                <a:ea typeface="Arial" panose="020B0604020202020204"/>
                <a:cs typeface="Arial" panose="020B0604020202020204"/>
              </a:rPr>
              <a:t>Mô hình 3 lớp</a:t>
            </a:r>
            <a:endParaRPr sz="1500" b="1">
              <a:solidFill>
                <a:srgbClr val="F20D0D"/>
              </a:solidFill>
              <a:latin typeface="Arial" panose="020B0604020202020204"/>
              <a:ea typeface="Arial" panose="020B0604020202020204"/>
              <a:cs typeface="Arial" panose="020B0604020202020204"/>
            </a:endParaRPr>
          </a:p>
        </p:txBody>
      </p:sp>
      <p:sp>
        <p:nvSpPr>
          <p:cNvPr id="4" name="Rounded Rectangle 3"/>
          <p:cNvSpPr>
            <a:spLocks noGrp="1"/>
          </p:cNvSpPr>
          <p:nvPr/>
        </p:nvSpPr>
        <p:spPr>
          <a:xfrm>
            <a:off x="514350" y="1514475"/>
            <a:ext cx="3190875" cy="1238250"/>
          </a:xfrm>
          <a:prstGeom prst="roundRect">
            <a:avLst>
              <a:gd name="adj" fmla="val 6154"/>
            </a:avLst>
          </a:prstGeom>
          <a:solidFill>
            <a:srgbClr val="F9F9F9"/>
          </a:solidFill>
          <a:ln w="9525">
            <a:solidFill>
              <a:srgbClr val="C9C9C9"/>
            </a:solidFill>
            <a:prstDash val="solid"/>
          </a:ln>
        </p:spPr>
      </p:sp>
      <p:sp>
        <p:nvSpPr>
          <p:cNvPr id="5" name="Rectangle 4"/>
          <p:cNvSpPr>
            <a:spLocks noGrp="1"/>
          </p:cNvSpPr>
          <p:nvPr/>
        </p:nvSpPr>
        <p:spPr>
          <a:xfrm>
            <a:off x="676275" y="1638300"/>
            <a:ext cx="2867025" cy="428625"/>
          </a:xfrm>
          <a:prstGeom prst="rect">
            <a:avLst/>
          </a:prstGeom>
          <a:noFill/>
          <a:ln w="0">
            <a:noFill/>
            <a:prstDash val="solid"/>
          </a:ln>
        </p:spPr>
        <p:txBody>
          <a:bodyPr anchor="ctr"/>
          <a:lstStyle>
            <a:defPPr algn="ctr">
              <a:defRPr sz="1575" b="1">
                <a:solidFill>
                  <a:srgbClr val="F20D0D"/>
                </a:solidFill>
                <a:latin typeface="Arial" panose="020B0604020202020204"/>
                <a:ea typeface="Arial" panose="020B0604020202020204"/>
                <a:cs typeface="Arial" panose="020B0604020202020204"/>
              </a:defRPr>
            </a:defPPr>
            <a:lvl1pPr algn="ctr">
              <a:buNone/>
              <a:defRPr sz="1575" b="1">
                <a:solidFill>
                  <a:srgbClr val="F20D0D"/>
                </a:solidFill>
                <a:latin typeface="Arial" panose="020B0604020202020204"/>
                <a:ea typeface="Arial" panose="020B0604020202020204"/>
                <a:cs typeface="Arial" panose="020B0604020202020204"/>
              </a:defRPr>
            </a:lvl1pPr>
            <a:lvl2pPr algn="ctr">
              <a:buNone/>
              <a:defRPr sz="1575" b="1">
                <a:solidFill>
                  <a:srgbClr val="F20D0D"/>
                </a:solidFill>
                <a:latin typeface="Arial" panose="020B0604020202020204"/>
                <a:ea typeface="Arial" panose="020B0604020202020204"/>
                <a:cs typeface="Arial" panose="020B0604020202020204"/>
              </a:defRPr>
            </a:lvl2pPr>
            <a:lvl3pPr algn="ctr">
              <a:buNone/>
              <a:defRPr sz="1575" b="1">
                <a:solidFill>
                  <a:srgbClr val="F20D0D"/>
                </a:solidFill>
                <a:latin typeface="Arial" panose="020B0604020202020204"/>
                <a:ea typeface="Arial" panose="020B0604020202020204"/>
                <a:cs typeface="Arial" panose="020B0604020202020204"/>
              </a:defRPr>
            </a:lvl3pPr>
            <a:lvl4pPr algn="ctr">
              <a:buNone/>
              <a:defRPr sz="1575" b="1">
                <a:solidFill>
                  <a:srgbClr val="F20D0D"/>
                </a:solidFill>
                <a:latin typeface="Arial" panose="020B0604020202020204"/>
                <a:ea typeface="Arial" panose="020B0604020202020204"/>
                <a:cs typeface="Arial" panose="020B0604020202020204"/>
              </a:defRPr>
            </a:lvl4pPr>
            <a:lvl5pPr algn="ctr">
              <a:buNone/>
              <a:defRPr sz="1575" b="1">
                <a:solidFill>
                  <a:srgbClr val="F20D0D"/>
                </a:solidFill>
                <a:latin typeface="Arial" panose="020B0604020202020204"/>
                <a:ea typeface="Arial" panose="020B0604020202020204"/>
                <a:cs typeface="Arial" panose="020B0604020202020204"/>
              </a:defRPr>
            </a:lvl5pPr>
            <a:lvl6pPr algn="ctr">
              <a:buNone/>
              <a:defRPr sz="1575" b="1">
                <a:solidFill>
                  <a:srgbClr val="F20D0D"/>
                </a:solidFill>
                <a:latin typeface="Arial" panose="020B0604020202020204"/>
                <a:ea typeface="Arial" panose="020B0604020202020204"/>
                <a:cs typeface="Arial" panose="020B0604020202020204"/>
              </a:defRPr>
            </a:lvl6pPr>
            <a:lvl7pPr algn="ctr">
              <a:buNone/>
              <a:defRPr sz="1575" b="1">
                <a:solidFill>
                  <a:srgbClr val="F20D0D"/>
                </a:solidFill>
                <a:latin typeface="Arial" panose="020B0604020202020204"/>
                <a:ea typeface="Arial" panose="020B0604020202020204"/>
                <a:cs typeface="Arial" panose="020B0604020202020204"/>
              </a:defRPr>
            </a:lvl7pPr>
            <a:lvl8pPr algn="ctr">
              <a:buNone/>
              <a:defRPr sz="1575" b="1">
                <a:solidFill>
                  <a:srgbClr val="F20D0D"/>
                </a:solidFill>
                <a:latin typeface="Arial" panose="020B0604020202020204"/>
                <a:ea typeface="Arial" panose="020B0604020202020204"/>
                <a:cs typeface="Arial" panose="020B0604020202020204"/>
              </a:defRPr>
            </a:lvl8pPr>
            <a:lvl9pPr algn="ctr">
              <a:buNone/>
              <a:defRPr sz="1575" b="1">
                <a:solidFill>
                  <a:srgbClr val="F20D0D"/>
                </a:solidFill>
                <a:latin typeface="Arial" panose="020B0604020202020204"/>
                <a:ea typeface="Arial" panose="020B0604020202020204"/>
                <a:cs typeface="Arial" panose="020B0604020202020204"/>
              </a:defRPr>
            </a:lvl9pPr>
          </a:lstStyle>
          <a:p>
            <a:pPr algn="ctr">
              <a:buNone/>
              <a:defRPr sz="1575" b="1">
                <a:solidFill>
                  <a:srgbClr val="F20D0D"/>
                </a:solidFill>
                <a:latin typeface="Arial" panose="020B0604020202020204"/>
                <a:ea typeface="Arial" panose="020B0604020202020204"/>
                <a:cs typeface="Arial" panose="020B0604020202020204"/>
              </a:defRPr>
            </a:pPr>
            <a:r>
              <a:rPr sz="1575" b="1">
                <a:solidFill>
                  <a:srgbClr val="F20D0D"/>
                </a:solidFill>
                <a:latin typeface="Arial" panose="020B0604020202020204"/>
                <a:ea typeface="Arial" panose="020B0604020202020204"/>
                <a:cs typeface="Arial" panose="020B0604020202020204"/>
              </a:rPr>
              <a:t>1. SENSOR HARDWARE</a:t>
            </a:r>
            <a:endParaRPr sz="1575" b="1">
              <a:solidFill>
                <a:srgbClr val="F20D0D"/>
              </a:solidFill>
              <a:latin typeface="Arial" panose="020B0604020202020204"/>
              <a:ea typeface="Arial" panose="020B0604020202020204"/>
              <a:cs typeface="Arial" panose="020B0604020202020204"/>
            </a:endParaRPr>
          </a:p>
        </p:txBody>
      </p:sp>
      <p:sp>
        <p:nvSpPr>
          <p:cNvPr id="6" name="Rectangle 5"/>
          <p:cNvSpPr>
            <a:spLocks noGrp="1"/>
          </p:cNvSpPr>
          <p:nvPr/>
        </p:nvSpPr>
        <p:spPr>
          <a:xfrm>
            <a:off x="704850" y="2133600"/>
            <a:ext cx="2809875" cy="466725"/>
          </a:xfrm>
          <a:prstGeom prst="rect">
            <a:avLst/>
          </a:prstGeom>
          <a:noFill/>
          <a:ln w="0">
            <a:noFill/>
            <a:prstDash val="solid"/>
          </a:ln>
        </p:spPr>
        <p:txBody>
          <a:bodyPr anchor="ctr"/>
          <a:lstStyle>
            <a:defPPr algn="ctr">
              <a:defRPr sz="1425" b="0">
                <a:solidFill>
                  <a:srgbClr val="111111"/>
                </a:solidFill>
                <a:latin typeface="Arial" panose="020B0604020202020204"/>
                <a:ea typeface="Arial" panose="020B0604020202020204"/>
                <a:cs typeface="Arial" panose="020B0604020202020204"/>
              </a:defRPr>
            </a:defPPr>
            <a:lvl1pPr algn="ctr">
              <a:buNone/>
              <a:defRPr sz="1425" b="0">
                <a:solidFill>
                  <a:srgbClr val="111111"/>
                </a:solidFill>
                <a:latin typeface="Arial" panose="020B0604020202020204"/>
                <a:ea typeface="Arial" panose="020B0604020202020204"/>
                <a:cs typeface="Arial" panose="020B0604020202020204"/>
              </a:defRPr>
            </a:lvl1pPr>
            <a:lvl2pPr algn="ctr">
              <a:buNone/>
              <a:defRPr sz="1425" b="0">
                <a:solidFill>
                  <a:srgbClr val="111111"/>
                </a:solidFill>
                <a:latin typeface="Arial" panose="020B0604020202020204"/>
                <a:ea typeface="Arial" panose="020B0604020202020204"/>
                <a:cs typeface="Arial" panose="020B0604020202020204"/>
              </a:defRPr>
            </a:lvl2pPr>
            <a:lvl3pPr algn="ctr">
              <a:buNone/>
              <a:defRPr sz="1425" b="0">
                <a:solidFill>
                  <a:srgbClr val="111111"/>
                </a:solidFill>
                <a:latin typeface="Arial" panose="020B0604020202020204"/>
                <a:ea typeface="Arial" panose="020B0604020202020204"/>
                <a:cs typeface="Arial" panose="020B0604020202020204"/>
              </a:defRPr>
            </a:lvl3pPr>
            <a:lvl4pPr algn="ctr">
              <a:buNone/>
              <a:defRPr sz="1425" b="0">
                <a:solidFill>
                  <a:srgbClr val="111111"/>
                </a:solidFill>
                <a:latin typeface="Arial" panose="020B0604020202020204"/>
                <a:ea typeface="Arial" panose="020B0604020202020204"/>
                <a:cs typeface="Arial" panose="020B0604020202020204"/>
              </a:defRPr>
            </a:lvl4pPr>
            <a:lvl5pPr algn="ctr">
              <a:buNone/>
              <a:defRPr sz="1425" b="0">
                <a:solidFill>
                  <a:srgbClr val="111111"/>
                </a:solidFill>
                <a:latin typeface="Arial" panose="020B0604020202020204"/>
                <a:ea typeface="Arial" panose="020B0604020202020204"/>
                <a:cs typeface="Arial" panose="020B0604020202020204"/>
              </a:defRPr>
            </a:lvl5pPr>
            <a:lvl6pPr algn="ctr">
              <a:buNone/>
              <a:defRPr sz="1425" b="0">
                <a:solidFill>
                  <a:srgbClr val="111111"/>
                </a:solidFill>
                <a:latin typeface="Arial" panose="020B0604020202020204"/>
                <a:ea typeface="Arial" panose="020B0604020202020204"/>
                <a:cs typeface="Arial" panose="020B0604020202020204"/>
              </a:defRPr>
            </a:lvl6pPr>
            <a:lvl7pPr algn="ctr">
              <a:buNone/>
              <a:defRPr sz="1425" b="0">
                <a:solidFill>
                  <a:srgbClr val="111111"/>
                </a:solidFill>
                <a:latin typeface="Arial" panose="020B0604020202020204"/>
                <a:ea typeface="Arial" panose="020B0604020202020204"/>
                <a:cs typeface="Arial" panose="020B0604020202020204"/>
              </a:defRPr>
            </a:lvl7pPr>
            <a:lvl8pPr algn="ctr">
              <a:buNone/>
              <a:defRPr sz="1425" b="0">
                <a:solidFill>
                  <a:srgbClr val="111111"/>
                </a:solidFill>
                <a:latin typeface="Arial" panose="020B0604020202020204"/>
                <a:ea typeface="Arial" panose="020B0604020202020204"/>
                <a:cs typeface="Arial" panose="020B0604020202020204"/>
              </a:defRPr>
            </a:lvl8pPr>
            <a:lvl9pPr algn="ctr">
              <a:buNone/>
              <a:defRPr sz="1425" b="0">
                <a:solidFill>
                  <a:srgbClr val="111111"/>
                </a:solidFill>
                <a:latin typeface="Arial" panose="020B0604020202020204"/>
                <a:ea typeface="Arial" panose="020B0604020202020204"/>
                <a:cs typeface="Arial" panose="020B0604020202020204"/>
              </a:defRPr>
            </a:lvl9pPr>
          </a:lstStyle>
          <a:p>
            <a:pPr algn="ctr">
              <a:buNone/>
              <a:defRPr sz="1425" b="0">
                <a:solidFill>
                  <a:srgbClr val="111111"/>
                </a:solidFill>
                <a:latin typeface="Arial" panose="020B0604020202020204"/>
                <a:ea typeface="Arial" panose="020B0604020202020204"/>
                <a:cs typeface="Arial" panose="020B0604020202020204"/>
              </a:defRPr>
            </a:pPr>
            <a:r>
              <a:rPr sz="1425" b="0">
                <a:solidFill>
                  <a:srgbClr val="111111"/>
                </a:solidFill>
                <a:latin typeface="Arial" panose="020B0604020202020204"/>
                <a:ea typeface="Arial" panose="020B0604020202020204"/>
                <a:cs typeface="Arial" panose="020B0604020202020204"/>
              </a:rPr>
              <a:t>Gia tốc kế, gyroscope, ánh sáng...</a:t>
            </a:r>
            <a:endParaRPr sz="1425" b="0">
              <a:solidFill>
                <a:srgbClr val="111111"/>
              </a:solidFill>
              <a:latin typeface="Arial" panose="020B0604020202020204"/>
              <a:ea typeface="Arial" panose="020B0604020202020204"/>
              <a:cs typeface="Arial" panose="020B0604020202020204"/>
            </a:endParaRPr>
          </a:p>
        </p:txBody>
      </p:sp>
      <p:sp>
        <p:nvSpPr>
          <p:cNvPr id="7" name="Rounded Rectangle 6"/>
          <p:cNvSpPr>
            <a:spLocks noGrp="1"/>
          </p:cNvSpPr>
          <p:nvPr/>
        </p:nvSpPr>
        <p:spPr>
          <a:xfrm>
            <a:off x="4429125" y="1514475"/>
            <a:ext cx="3190875" cy="1238250"/>
          </a:xfrm>
          <a:prstGeom prst="roundRect">
            <a:avLst>
              <a:gd name="adj" fmla="val 6154"/>
            </a:avLst>
          </a:prstGeom>
          <a:solidFill>
            <a:srgbClr val="EDF4FF"/>
          </a:solidFill>
          <a:ln w="9525">
            <a:solidFill>
              <a:srgbClr val="C9C9C9"/>
            </a:solidFill>
            <a:prstDash val="solid"/>
          </a:ln>
        </p:spPr>
      </p:sp>
      <p:sp>
        <p:nvSpPr>
          <p:cNvPr id="8" name="Rectangle 7"/>
          <p:cNvSpPr>
            <a:spLocks noGrp="1"/>
          </p:cNvSpPr>
          <p:nvPr/>
        </p:nvSpPr>
        <p:spPr>
          <a:xfrm>
            <a:off x="4591050" y="1638300"/>
            <a:ext cx="2867025" cy="428625"/>
          </a:xfrm>
          <a:prstGeom prst="rect">
            <a:avLst/>
          </a:prstGeom>
          <a:noFill/>
          <a:ln w="0">
            <a:noFill/>
            <a:prstDash val="solid"/>
          </a:ln>
        </p:spPr>
        <p:txBody>
          <a:bodyPr anchor="ctr"/>
          <a:lstStyle>
            <a:defPPr algn="ctr">
              <a:defRPr sz="1575" b="1">
                <a:solidFill>
                  <a:srgbClr val="F20D0D"/>
                </a:solidFill>
                <a:latin typeface="Arial" panose="020B0604020202020204"/>
                <a:ea typeface="Arial" panose="020B0604020202020204"/>
                <a:cs typeface="Arial" panose="020B0604020202020204"/>
              </a:defRPr>
            </a:defPPr>
            <a:lvl1pPr algn="ctr">
              <a:buNone/>
              <a:defRPr sz="1575" b="1">
                <a:solidFill>
                  <a:srgbClr val="F20D0D"/>
                </a:solidFill>
                <a:latin typeface="Arial" panose="020B0604020202020204"/>
                <a:ea typeface="Arial" panose="020B0604020202020204"/>
                <a:cs typeface="Arial" panose="020B0604020202020204"/>
              </a:defRPr>
            </a:lvl1pPr>
            <a:lvl2pPr algn="ctr">
              <a:buNone/>
              <a:defRPr sz="1575" b="1">
                <a:solidFill>
                  <a:srgbClr val="F20D0D"/>
                </a:solidFill>
                <a:latin typeface="Arial" panose="020B0604020202020204"/>
                <a:ea typeface="Arial" panose="020B0604020202020204"/>
                <a:cs typeface="Arial" panose="020B0604020202020204"/>
              </a:defRPr>
            </a:lvl2pPr>
            <a:lvl3pPr algn="ctr">
              <a:buNone/>
              <a:defRPr sz="1575" b="1">
                <a:solidFill>
                  <a:srgbClr val="F20D0D"/>
                </a:solidFill>
                <a:latin typeface="Arial" panose="020B0604020202020204"/>
                <a:ea typeface="Arial" panose="020B0604020202020204"/>
                <a:cs typeface="Arial" panose="020B0604020202020204"/>
              </a:defRPr>
            </a:lvl3pPr>
            <a:lvl4pPr algn="ctr">
              <a:buNone/>
              <a:defRPr sz="1575" b="1">
                <a:solidFill>
                  <a:srgbClr val="F20D0D"/>
                </a:solidFill>
                <a:latin typeface="Arial" panose="020B0604020202020204"/>
                <a:ea typeface="Arial" panose="020B0604020202020204"/>
                <a:cs typeface="Arial" panose="020B0604020202020204"/>
              </a:defRPr>
            </a:lvl4pPr>
            <a:lvl5pPr algn="ctr">
              <a:buNone/>
              <a:defRPr sz="1575" b="1">
                <a:solidFill>
                  <a:srgbClr val="F20D0D"/>
                </a:solidFill>
                <a:latin typeface="Arial" panose="020B0604020202020204"/>
                <a:ea typeface="Arial" panose="020B0604020202020204"/>
                <a:cs typeface="Arial" panose="020B0604020202020204"/>
              </a:defRPr>
            </a:lvl5pPr>
            <a:lvl6pPr algn="ctr">
              <a:buNone/>
              <a:defRPr sz="1575" b="1">
                <a:solidFill>
                  <a:srgbClr val="F20D0D"/>
                </a:solidFill>
                <a:latin typeface="Arial" panose="020B0604020202020204"/>
                <a:ea typeface="Arial" panose="020B0604020202020204"/>
                <a:cs typeface="Arial" panose="020B0604020202020204"/>
              </a:defRPr>
            </a:lvl6pPr>
            <a:lvl7pPr algn="ctr">
              <a:buNone/>
              <a:defRPr sz="1575" b="1">
                <a:solidFill>
                  <a:srgbClr val="F20D0D"/>
                </a:solidFill>
                <a:latin typeface="Arial" panose="020B0604020202020204"/>
                <a:ea typeface="Arial" panose="020B0604020202020204"/>
                <a:cs typeface="Arial" panose="020B0604020202020204"/>
              </a:defRPr>
            </a:lvl7pPr>
            <a:lvl8pPr algn="ctr">
              <a:buNone/>
              <a:defRPr sz="1575" b="1">
                <a:solidFill>
                  <a:srgbClr val="F20D0D"/>
                </a:solidFill>
                <a:latin typeface="Arial" panose="020B0604020202020204"/>
                <a:ea typeface="Arial" panose="020B0604020202020204"/>
                <a:cs typeface="Arial" panose="020B0604020202020204"/>
              </a:defRPr>
            </a:lvl8pPr>
            <a:lvl9pPr algn="ctr">
              <a:buNone/>
              <a:defRPr sz="1575" b="1">
                <a:solidFill>
                  <a:srgbClr val="F20D0D"/>
                </a:solidFill>
                <a:latin typeface="Arial" panose="020B0604020202020204"/>
                <a:ea typeface="Arial" panose="020B0604020202020204"/>
                <a:cs typeface="Arial" panose="020B0604020202020204"/>
              </a:defRPr>
            </a:lvl9pPr>
          </a:lstStyle>
          <a:p>
            <a:pPr algn="ctr">
              <a:buNone/>
              <a:defRPr sz="1575" b="1">
                <a:solidFill>
                  <a:srgbClr val="F20D0D"/>
                </a:solidFill>
                <a:latin typeface="Arial" panose="020B0604020202020204"/>
                <a:ea typeface="Arial" panose="020B0604020202020204"/>
                <a:cs typeface="Arial" panose="020B0604020202020204"/>
              </a:defRPr>
            </a:pPr>
            <a:r>
              <a:rPr sz="1575" b="1">
                <a:solidFill>
                  <a:srgbClr val="F20D0D"/>
                </a:solidFill>
                <a:latin typeface="Arial" panose="020B0604020202020204"/>
                <a:ea typeface="Arial" panose="020B0604020202020204"/>
                <a:cs typeface="Arial" panose="020B0604020202020204"/>
              </a:rPr>
              <a:t>2. ANDROID FRAMEWORK</a:t>
            </a:r>
            <a:endParaRPr sz="1575" b="1">
              <a:solidFill>
                <a:srgbClr val="F20D0D"/>
              </a:solidFill>
              <a:latin typeface="Arial" panose="020B0604020202020204"/>
              <a:ea typeface="Arial" panose="020B0604020202020204"/>
              <a:cs typeface="Arial" panose="020B0604020202020204"/>
            </a:endParaRPr>
          </a:p>
        </p:txBody>
      </p:sp>
      <p:sp>
        <p:nvSpPr>
          <p:cNvPr id="9" name="Rectangle 8"/>
          <p:cNvSpPr>
            <a:spLocks noGrp="1"/>
          </p:cNvSpPr>
          <p:nvPr/>
        </p:nvSpPr>
        <p:spPr>
          <a:xfrm>
            <a:off x="4619625" y="2133600"/>
            <a:ext cx="2809875" cy="466725"/>
          </a:xfrm>
          <a:prstGeom prst="rect">
            <a:avLst/>
          </a:prstGeom>
          <a:noFill/>
          <a:ln w="0">
            <a:noFill/>
            <a:prstDash val="solid"/>
          </a:ln>
        </p:spPr>
        <p:txBody>
          <a:bodyPr anchor="ctr"/>
          <a:lstStyle>
            <a:defPPr algn="ctr">
              <a:defRPr sz="1425" b="0">
                <a:solidFill>
                  <a:srgbClr val="111111"/>
                </a:solidFill>
                <a:latin typeface="Arial" panose="020B0604020202020204"/>
                <a:ea typeface="Arial" panose="020B0604020202020204"/>
                <a:cs typeface="Arial" panose="020B0604020202020204"/>
              </a:defRPr>
            </a:defPPr>
            <a:lvl1pPr algn="ctr">
              <a:buNone/>
              <a:defRPr sz="1425" b="0">
                <a:solidFill>
                  <a:srgbClr val="111111"/>
                </a:solidFill>
                <a:latin typeface="Arial" panose="020B0604020202020204"/>
                <a:ea typeface="Arial" panose="020B0604020202020204"/>
                <a:cs typeface="Arial" panose="020B0604020202020204"/>
              </a:defRPr>
            </a:lvl1pPr>
            <a:lvl2pPr algn="ctr">
              <a:buNone/>
              <a:defRPr sz="1425" b="0">
                <a:solidFill>
                  <a:srgbClr val="111111"/>
                </a:solidFill>
                <a:latin typeface="Arial" panose="020B0604020202020204"/>
                <a:ea typeface="Arial" panose="020B0604020202020204"/>
                <a:cs typeface="Arial" panose="020B0604020202020204"/>
              </a:defRPr>
            </a:lvl2pPr>
            <a:lvl3pPr algn="ctr">
              <a:buNone/>
              <a:defRPr sz="1425" b="0">
                <a:solidFill>
                  <a:srgbClr val="111111"/>
                </a:solidFill>
                <a:latin typeface="Arial" panose="020B0604020202020204"/>
                <a:ea typeface="Arial" panose="020B0604020202020204"/>
                <a:cs typeface="Arial" panose="020B0604020202020204"/>
              </a:defRPr>
            </a:lvl3pPr>
            <a:lvl4pPr algn="ctr">
              <a:buNone/>
              <a:defRPr sz="1425" b="0">
                <a:solidFill>
                  <a:srgbClr val="111111"/>
                </a:solidFill>
                <a:latin typeface="Arial" panose="020B0604020202020204"/>
                <a:ea typeface="Arial" panose="020B0604020202020204"/>
                <a:cs typeface="Arial" panose="020B0604020202020204"/>
              </a:defRPr>
            </a:lvl4pPr>
            <a:lvl5pPr algn="ctr">
              <a:buNone/>
              <a:defRPr sz="1425" b="0">
                <a:solidFill>
                  <a:srgbClr val="111111"/>
                </a:solidFill>
                <a:latin typeface="Arial" panose="020B0604020202020204"/>
                <a:ea typeface="Arial" panose="020B0604020202020204"/>
                <a:cs typeface="Arial" panose="020B0604020202020204"/>
              </a:defRPr>
            </a:lvl5pPr>
            <a:lvl6pPr algn="ctr">
              <a:buNone/>
              <a:defRPr sz="1425" b="0">
                <a:solidFill>
                  <a:srgbClr val="111111"/>
                </a:solidFill>
                <a:latin typeface="Arial" panose="020B0604020202020204"/>
                <a:ea typeface="Arial" panose="020B0604020202020204"/>
                <a:cs typeface="Arial" panose="020B0604020202020204"/>
              </a:defRPr>
            </a:lvl6pPr>
            <a:lvl7pPr algn="ctr">
              <a:buNone/>
              <a:defRPr sz="1425" b="0">
                <a:solidFill>
                  <a:srgbClr val="111111"/>
                </a:solidFill>
                <a:latin typeface="Arial" panose="020B0604020202020204"/>
                <a:ea typeface="Arial" panose="020B0604020202020204"/>
                <a:cs typeface="Arial" panose="020B0604020202020204"/>
              </a:defRPr>
            </a:lvl7pPr>
            <a:lvl8pPr algn="ctr">
              <a:buNone/>
              <a:defRPr sz="1425" b="0">
                <a:solidFill>
                  <a:srgbClr val="111111"/>
                </a:solidFill>
                <a:latin typeface="Arial" panose="020B0604020202020204"/>
                <a:ea typeface="Arial" panose="020B0604020202020204"/>
                <a:cs typeface="Arial" panose="020B0604020202020204"/>
              </a:defRPr>
            </a:lvl8pPr>
            <a:lvl9pPr algn="ctr">
              <a:buNone/>
              <a:defRPr sz="1425" b="0">
                <a:solidFill>
                  <a:srgbClr val="111111"/>
                </a:solidFill>
                <a:latin typeface="Arial" panose="020B0604020202020204"/>
                <a:ea typeface="Arial" panose="020B0604020202020204"/>
                <a:cs typeface="Arial" panose="020B0604020202020204"/>
              </a:defRPr>
            </a:lvl9pPr>
          </a:lstStyle>
          <a:p>
            <a:pPr algn="ctr">
              <a:buNone/>
              <a:defRPr sz="1425" b="0">
                <a:solidFill>
                  <a:srgbClr val="111111"/>
                </a:solidFill>
                <a:latin typeface="Arial" panose="020B0604020202020204"/>
                <a:ea typeface="Arial" panose="020B0604020202020204"/>
                <a:cs typeface="Arial" panose="020B0604020202020204"/>
              </a:defRPr>
            </a:pPr>
            <a:r>
              <a:rPr sz="1425" b="0">
                <a:solidFill>
                  <a:srgbClr val="111111"/>
                </a:solidFill>
                <a:latin typeface="Arial" panose="020B0604020202020204"/>
                <a:ea typeface="Arial" panose="020B0604020202020204"/>
                <a:cs typeface="Arial" panose="020B0604020202020204"/>
              </a:rPr>
              <a:t>Lớp hệ điều hành cung cấp API cảm biến.</a:t>
            </a:r>
            <a:endParaRPr sz="1425" b="0">
              <a:solidFill>
                <a:srgbClr val="111111"/>
              </a:solidFill>
              <a:latin typeface="Arial" panose="020B0604020202020204"/>
              <a:ea typeface="Arial" panose="020B0604020202020204"/>
              <a:cs typeface="Arial" panose="020B0604020202020204"/>
            </a:endParaRPr>
          </a:p>
        </p:txBody>
      </p:sp>
      <p:sp>
        <p:nvSpPr>
          <p:cNvPr id="10" name="Rounded Rectangle 9"/>
          <p:cNvSpPr>
            <a:spLocks noGrp="1"/>
          </p:cNvSpPr>
          <p:nvPr/>
        </p:nvSpPr>
        <p:spPr>
          <a:xfrm>
            <a:off x="8343900" y="1514475"/>
            <a:ext cx="3190875" cy="1238250"/>
          </a:xfrm>
          <a:prstGeom prst="roundRect">
            <a:avLst>
              <a:gd name="adj" fmla="val 6154"/>
            </a:avLst>
          </a:prstGeom>
          <a:solidFill>
            <a:srgbClr val="F9F9F9"/>
          </a:solidFill>
          <a:ln w="9525">
            <a:solidFill>
              <a:srgbClr val="C9C9C9"/>
            </a:solidFill>
            <a:prstDash val="solid"/>
          </a:ln>
        </p:spPr>
      </p:sp>
      <p:sp>
        <p:nvSpPr>
          <p:cNvPr id="11" name="Rectangle 10"/>
          <p:cNvSpPr>
            <a:spLocks noGrp="1"/>
          </p:cNvSpPr>
          <p:nvPr/>
        </p:nvSpPr>
        <p:spPr>
          <a:xfrm>
            <a:off x="8505825" y="1638300"/>
            <a:ext cx="2867025" cy="428625"/>
          </a:xfrm>
          <a:prstGeom prst="rect">
            <a:avLst/>
          </a:prstGeom>
          <a:noFill/>
          <a:ln w="0">
            <a:noFill/>
            <a:prstDash val="solid"/>
          </a:ln>
        </p:spPr>
        <p:txBody>
          <a:bodyPr anchor="ctr"/>
          <a:lstStyle>
            <a:defPPr algn="ctr">
              <a:defRPr sz="1575" b="1">
                <a:solidFill>
                  <a:srgbClr val="F20D0D"/>
                </a:solidFill>
                <a:latin typeface="Arial" panose="020B0604020202020204"/>
                <a:ea typeface="Arial" panose="020B0604020202020204"/>
                <a:cs typeface="Arial" panose="020B0604020202020204"/>
              </a:defRPr>
            </a:defPPr>
            <a:lvl1pPr algn="ctr">
              <a:buNone/>
              <a:defRPr sz="1575" b="1">
                <a:solidFill>
                  <a:srgbClr val="F20D0D"/>
                </a:solidFill>
                <a:latin typeface="Arial" panose="020B0604020202020204"/>
                <a:ea typeface="Arial" panose="020B0604020202020204"/>
                <a:cs typeface="Arial" panose="020B0604020202020204"/>
              </a:defRPr>
            </a:lvl1pPr>
            <a:lvl2pPr algn="ctr">
              <a:buNone/>
              <a:defRPr sz="1575" b="1">
                <a:solidFill>
                  <a:srgbClr val="F20D0D"/>
                </a:solidFill>
                <a:latin typeface="Arial" panose="020B0604020202020204"/>
                <a:ea typeface="Arial" panose="020B0604020202020204"/>
                <a:cs typeface="Arial" panose="020B0604020202020204"/>
              </a:defRPr>
            </a:lvl2pPr>
            <a:lvl3pPr algn="ctr">
              <a:buNone/>
              <a:defRPr sz="1575" b="1">
                <a:solidFill>
                  <a:srgbClr val="F20D0D"/>
                </a:solidFill>
                <a:latin typeface="Arial" panose="020B0604020202020204"/>
                <a:ea typeface="Arial" panose="020B0604020202020204"/>
                <a:cs typeface="Arial" panose="020B0604020202020204"/>
              </a:defRPr>
            </a:lvl3pPr>
            <a:lvl4pPr algn="ctr">
              <a:buNone/>
              <a:defRPr sz="1575" b="1">
                <a:solidFill>
                  <a:srgbClr val="F20D0D"/>
                </a:solidFill>
                <a:latin typeface="Arial" panose="020B0604020202020204"/>
                <a:ea typeface="Arial" panose="020B0604020202020204"/>
                <a:cs typeface="Arial" panose="020B0604020202020204"/>
              </a:defRPr>
            </a:lvl4pPr>
            <a:lvl5pPr algn="ctr">
              <a:buNone/>
              <a:defRPr sz="1575" b="1">
                <a:solidFill>
                  <a:srgbClr val="F20D0D"/>
                </a:solidFill>
                <a:latin typeface="Arial" panose="020B0604020202020204"/>
                <a:ea typeface="Arial" panose="020B0604020202020204"/>
                <a:cs typeface="Arial" panose="020B0604020202020204"/>
              </a:defRPr>
            </a:lvl5pPr>
            <a:lvl6pPr algn="ctr">
              <a:buNone/>
              <a:defRPr sz="1575" b="1">
                <a:solidFill>
                  <a:srgbClr val="F20D0D"/>
                </a:solidFill>
                <a:latin typeface="Arial" panose="020B0604020202020204"/>
                <a:ea typeface="Arial" panose="020B0604020202020204"/>
                <a:cs typeface="Arial" panose="020B0604020202020204"/>
              </a:defRPr>
            </a:lvl6pPr>
            <a:lvl7pPr algn="ctr">
              <a:buNone/>
              <a:defRPr sz="1575" b="1">
                <a:solidFill>
                  <a:srgbClr val="F20D0D"/>
                </a:solidFill>
                <a:latin typeface="Arial" panose="020B0604020202020204"/>
                <a:ea typeface="Arial" panose="020B0604020202020204"/>
                <a:cs typeface="Arial" panose="020B0604020202020204"/>
              </a:defRPr>
            </a:lvl7pPr>
            <a:lvl8pPr algn="ctr">
              <a:buNone/>
              <a:defRPr sz="1575" b="1">
                <a:solidFill>
                  <a:srgbClr val="F20D0D"/>
                </a:solidFill>
                <a:latin typeface="Arial" panose="020B0604020202020204"/>
                <a:ea typeface="Arial" panose="020B0604020202020204"/>
                <a:cs typeface="Arial" panose="020B0604020202020204"/>
              </a:defRPr>
            </a:lvl8pPr>
            <a:lvl9pPr algn="ctr">
              <a:buNone/>
              <a:defRPr sz="1575" b="1">
                <a:solidFill>
                  <a:srgbClr val="F20D0D"/>
                </a:solidFill>
                <a:latin typeface="Arial" panose="020B0604020202020204"/>
                <a:ea typeface="Arial" panose="020B0604020202020204"/>
                <a:cs typeface="Arial" panose="020B0604020202020204"/>
              </a:defRPr>
            </a:lvl9pPr>
          </a:lstStyle>
          <a:p>
            <a:pPr algn="ctr">
              <a:buNone/>
              <a:defRPr sz="1575" b="1">
                <a:solidFill>
                  <a:srgbClr val="F20D0D"/>
                </a:solidFill>
                <a:latin typeface="Arial" panose="020B0604020202020204"/>
                <a:ea typeface="Arial" panose="020B0604020202020204"/>
                <a:cs typeface="Arial" panose="020B0604020202020204"/>
              </a:defRPr>
            </a:pPr>
            <a:r>
              <a:rPr sz="1575" b="1">
                <a:solidFill>
                  <a:srgbClr val="F20D0D"/>
                </a:solidFill>
                <a:latin typeface="Arial" panose="020B0604020202020204"/>
                <a:ea typeface="Arial" panose="020B0604020202020204"/>
                <a:cs typeface="Arial" panose="020B0604020202020204"/>
              </a:rPr>
              <a:t>3. APPLICATIONS</a:t>
            </a:r>
            <a:endParaRPr sz="1575" b="1">
              <a:solidFill>
                <a:srgbClr val="F20D0D"/>
              </a:solidFill>
              <a:latin typeface="Arial" panose="020B0604020202020204"/>
              <a:ea typeface="Arial" panose="020B0604020202020204"/>
              <a:cs typeface="Arial" panose="020B0604020202020204"/>
            </a:endParaRPr>
          </a:p>
        </p:txBody>
      </p:sp>
      <p:sp>
        <p:nvSpPr>
          <p:cNvPr id="12" name="Rectangle 11"/>
          <p:cNvSpPr>
            <a:spLocks noGrp="1"/>
          </p:cNvSpPr>
          <p:nvPr/>
        </p:nvSpPr>
        <p:spPr>
          <a:xfrm>
            <a:off x="8534400" y="2133600"/>
            <a:ext cx="2809875" cy="466725"/>
          </a:xfrm>
          <a:prstGeom prst="rect">
            <a:avLst/>
          </a:prstGeom>
          <a:noFill/>
          <a:ln w="0">
            <a:noFill/>
            <a:prstDash val="solid"/>
          </a:ln>
        </p:spPr>
        <p:txBody>
          <a:bodyPr anchor="ctr"/>
          <a:lstStyle>
            <a:defPPr algn="ctr">
              <a:defRPr sz="1425" b="0">
                <a:solidFill>
                  <a:srgbClr val="111111"/>
                </a:solidFill>
                <a:latin typeface="Arial" panose="020B0604020202020204"/>
                <a:ea typeface="Arial" panose="020B0604020202020204"/>
                <a:cs typeface="Arial" panose="020B0604020202020204"/>
              </a:defRPr>
            </a:defPPr>
            <a:lvl1pPr algn="ctr">
              <a:buNone/>
              <a:defRPr sz="1425" b="0">
                <a:solidFill>
                  <a:srgbClr val="111111"/>
                </a:solidFill>
                <a:latin typeface="Arial" panose="020B0604020202020204"/>
                <a:ea typeface="Arial" panose="020B0604020202020204"/>
                <a:cs typeface="Arial" panose="020B0604020202020204"/>
              </a:defRPr>
            </a:lvl1pPr>
            <a:lvl2pPr algn="ctr">
              <a:buNone/>
              <a:defRPr sz="1425" b="0">
                <a:solidFill>
                  <a:srgbClr val="111111"/>
                </a:solidFill>
                <a:latin typeface="Arial" panose="020B0604020202020204"/>
                <a:ea typeface="Arial" panose="020B0604020202020204"/>
                <a:cs typeface="Arial" panose="020B0604020202020204"/>
              </a:defRPr>
            </a:lvl2pPr>
            <a:lvl3pPr algn="ctr">
              <a:buNone/>
              <a:defRPr sz="1425" b="0">
                <a:solidFill>
                  <a:srgbClr val="111111"/>
                </a:solidFill>
                <a:latin typeface="Arial" panose="020B0604020202020204"/>
                <a:ea typeface="Arial" panose="020B0604020202020204"/>
                <a:cs typeface="Arial" panose="020B0604020202020204"/>
              </a:defRPr>
            </a:lvl3pPr>
            <a:lvl4pPr algn="ctr">
              <a:buNone/>
              <a:defRPr sz="1425" b="0">
                <a:solidFill>
                  <a:srgbClr val="111111"/>
                </a:solidFill>
                <a:latin typeface="Arial" panose="020B0604020202020204"/>
                <a:ea typeface="Arial" panose="020B0604020202020204"/>
                <a:cs typeface="Arial" panose="020B0604020202020204"/>
              </a:defRPr>
            </a:lvl4pPr>
            <a:lvl5pPr algn="ctr">
              <a:buNone/>
              <a:defRPr sz="1425" b="0">
                <a:solidFill>
                  <a:srgbClr val="111111"/>
                </a:solidFill>
                <a:latin typeface="Arial" panose="020B0604020202020204"/>
                <a:ea typeface="Arial" panose="020B0604020202020204"/>
                <a:cs typeface="Arial" panose="020B0604020202020204"/>
              </a:defRPr>
            </a:lvl5pPr>
            <a:lvl6pPr algn="ctr">
              <a:buNone/>
              <a:defRPr sz="1425" b="0">
                <a:solidFill>
                  <a:srgbClr val="111111"/>
                </a:solidFill>
                <a:latin typeface="Arial" panose="020B0604020202020204"/>
                <a:ea typeface="Arial" panose="020B0604020202020204"/>
                <a:cs typeface="Arial" panose="020B0604020202020204"/>
              </a:defRPr>
            </a:lvl6pPr>
            <a:lvl7pPr algn="ctr">
              <a:buNone/>
              <a:defRPr sz="1425" b="0">
                <a:solidFill>
                  <a:srgbClr val="111111"/>
                </a:solidFill>
                <a:latin typeface="Arial" panose="020B0604020202020204"/>
                <a:ea typeface="Arial" panose="020B0604020202020204"/>
                <a:cs typeface="Arial" panose="020B0604020202020204"/>
              </a:defRPr>
            </a:lvl7pPr>
            <a:lvl8pPr algn="ctr">
              <a:buNone/>
              <a:defRPr sz="1425" b="0">
                <a:solidFill>
                  <a:srgbClr val="111111"/>
                </a:solidFill>
                <a:latin typeface="Arial" panose="020B0604020202020204"/>
                <a:ea typeface="Arial" panose="020B0604020202020204"/>
                <a:cs typeface="Arial" panose="020B0604020202020204"/>
              </a:defRPr>
            </a:lvl8pPr>
            <a:lvl9pPr algn="ctr">
              <a:buNone/>
              <a:defRPr sz="1425" b="0">
                <a:solidFill>
                  <a:srgbClr val="111111"/>
                </a:solidFill>
                <a:latin typeface="Arial" panose="020B0604020202020204"/>
                <a:ea typeface="Arial" panose="020B0604020202020204"/>
                <a:cs typeface="Arial" panose="020B0604020202020204"/>
              </a:defRPr>
            </a:lvl9pPr>
          </a:lstStyle>
          <a:p>
            <a:pPr algn="ctr">
              <a:buNone/>
              <a:defRPr sz="1425" b="0">
                <a:solidFill>
                  <a:srgbClr val="111111"/>
                </a:solidFill>
                <a:latin typeface="Arial" panose="020B0604020202020204"/>
                <a:ea typeface="Arial" panose="020B0604020202020204"/>
                <a:cs typeface="Arial" panose="020B0604020202020204"/>
              </a:defRPr>
            </a:pPr>
            <a:r>
              <a:rPr sz="1425" b="0">
                <a:solidFill>
                  <a:srgbClr val="111111"/>
                </a:solidFill>
                <a:latin typeface="Arial" panose="020B0604020202020204"/>
                <a:ea typeface="Arial" panose="020B0604020202020204"/>
                <a:cs typeface="Arial" panose="020B0604020202020204"/>
              </a:rPr>
              <a:t>Đọc dữ liệu để tạo chức năng thực tế.</a:t>
            </a:r>
            <a:endParaRPr sz="1425" b="0">
              <a:solidFill>
                <a:srgbClr val="111111"/>
              </a:solidFill>
              <a:latin typeface="Arial" panose="020B0604020202020204"/>
              <a:ea typeface="Arial" panose="020B0604020202020204"/>
              <a:cs typeface="Arial" panose="020B0604020202020204"/>
            </a:endParaRPr>
          </a:p>
        </p:txBody>
      </p:sp>
      <p:sp>
        <p:nvSpPr>
          <p:cNvPr id="13" name="Rectangle 12"/>
          <p:cNvSpPr>
            <a:spLocks noGrp="1"/>
          </p:cNvSpPr>
          <p:nvPr/>
        </p:nvSpPr>
        <p:spPr>
          <a:xfrm>
            <a:off x="3781425" y="1885950"/>
            <a:ext cx="495300" cy="447675"/>
          </a:xfrm>
          <a:prstGeom prst="rect">
            <a:avLst/>
          </a:prstGeom>
          <a:noFill/>
          <a:ln w="0">
            <a:noFill/>
            <a:prstDash val="solid"/>
          </a:ln>
        </p:spPr>
        <p:txBody>
          <a:bodyPr anchor="ctr"/>
          <a:lstStyle>
            <a:defPPr algn="ctr">
              <a:defRPr sz="2775" b="1">
                <a:solidFill>
                  <a:srgbClr val="F20D0D"/>
                </a:solidFill>
                <a:latin typeface="Arial" panose="020B0604020202020204"/>
                <a:ea typeface="Arial" panose="020B0604020202020204"/>
                <a:cs typeface="Arial" panose="020B0604020202020204"/>
              </a:defRPr>
            </a:defPPr>
            <a:lvl1pPr algn="ctr">
              <a:buNone/>
              <a:defRPr sz="2775" b="1">
                <a:solidFill>
                  <a:srgbClr val="F20D0D"/>
                </a:solidFill>
                <a:latin typeface="Arial" panose="020B0604020202020204"/>
                <a:ea typeface="Arial" panose="020B0604020202020204"/>
                <a:cs typeface="Arial" panose="020B0604020202020204"/>
              </a:defRPr>
            </a:lvl1pPr>
            <a:lvl2pPr algn="ctr">
              <a:buNone/>
              <a:defRPr sz="2775" b="1">
                <a:solidFill>
                  <a:srgbClr val="F20D0D"/>
                </a:solidFill>
                <a:latin typeface="Arial" panose="020B0604020202020204"/>
                <a:ea typeface="Arial" panose="020B0604020202020204"/>
                <a:cs typeface="Arial" panose="020B0604020202020204"/>
              </a:defRPr>
            </a:lvl2pPr>
            <a:lvl3pPr algn="ctr">
              <a:buNone/>
              <a:defRPr sz="2775" b="1">
                <a:solidFill>
                  <a:srgbClr val="F20D0D"/>
                </a:solidFill>
                <a:latin typeface="Arial" panose="020B0604020202020204"/>
                <a:ea typeface="Arial" panose="020B0604020202020204"/>
                <a:cs typeface="Arial" panose="020B0604020202020204"/>
              </a:defRPr>
            </a:lvl3pPr>
            <a:lvl4pPr algn="ctr">
              <a:buNone/>
              <a:defRPr sz="2775" b="1">
                <a:solidFill>
                  <a:srgbClr val="F20D0D"/>
                </a:solidFill>
                <a:latin typeface="Arial" panose="020B0604020202020204"/>
                <a:ea typeface="Arial" panose="020B0604020202020204"/>
                <a:cs typeface="Arial" panose="020B0604020202020204"/>
              </a:defRPr>
            </a:lvl4pPr>
            <a:lvl5pPr algn="ctr">
              <a:buNone/>
              <a:defRPr sz="2775" b="1">
                <a:solidFill>
                  <a:srgbClr val="F20D0D"/>
                </a:solidFill>
                <a:latin typeface="Arial" panose="020B0604020202020204"/>
                <a:ea typeface="Arial" panose="020B0604020202020204"/>
                <a:cs typeface="Arial" panose="020B0604020202020204"/>
              </a:defRPr>
            </a:lvl5pPr>
            <a:lvl6pPr algn="ctr">
              <a:buNone/>
              <a:defRPr sz="2775" b="1">
                <a:solidFill>
                  <a:srgbClr val="F20D0D"/>
                </a:solidFill>
                <a:latin typeface="Arial" panose="020B0604020202020204"/>
                <a:ea typeface="Arial" panose="020B0604020202020204"/>
                <a:cs typeface="Arial" panose="020B0604020202020204"/>
              </a:defRPr>
            </a:lvl6pPr>
            <a:lvl7pPr algn="ctr">
              <a:buNone/>
              <a:defRPr sz="2775" b="1">
                <a:solidFill>
                  <a:srgbClr val="F20D0D"/>
                </a:solidFill>
                <a:latin typeface="Arial" panose="020B0604020202020204"/>
                <a:ea typeface="Arial" panose="020B0604020202020204"/>
                <a:cs typeface="Arial" panose="020B0604020202020204"/>
              </a:defRPr>
            </a:lvl7pPr>
            <a:lvl8pPr algn="ctr">
              <a:buNone/>
              <a:defRPr sz="2775" b="1">
                <a:solidFill>
                  <a:srgbClr val="F20D0D"/>
                </a:solidFill>
                <a:latin typeface="Arial" panose="020B0604020202020204"/>
                <a:ea typeface="Arial" panose="020B0604020202020204"/>
                <a:cs typeface="Arial" panose="020B0604020202020204"/>
              </a:defRPr>
            </a:lvl8pPr>
            <a:lvl9pPr algn="ctr">
              <a:buNone/>
              <a:defRPr sz="2775" b="1">
                <a:solidFill>
                  <a:srgbClr val="F20D0D"/>
                </a:solidFill>
                <a:latin typeface="Arial" panose="020B0604020202020204"/>
                <a:ea typeface="Arial" panose="020B0604020202020204"/>
                <a:cs typeface="Arial" panose="020B0604020202020204"/>
              </a:defRPr>
            </a:lvl9pPr>
          </a:lstStyle>
          <a:p>
            <a:pPr algn="ctr">
              <a:buNone/>
              <a:defRPr sz="2775" b="1">
                <a:solidFill>
                  <a:srgbClr val="F20D0D"/>
                </a:solidFill>
                <a:latin typeface="Arial" panose="020B0604020202020204"/>
                <a:ea typeface="Arial" panose="020B0604020202020204"/>
                <a:cs typeface="Arial" panose="020B0604020202020204"/>
              </a:defRPr>
            </a:pPr>
            <a:r>
              <a:rPr sz="2775" b="1">
                <a:solidFill>
                  <a:srgbClr val="F20D0D"/>
                </a:solidFill>
                <a:latin typeface="Arial" panose="020B0604020202020204"/>
                <a:ea typeface="Arial" panose="020B0604020202020204"/>
                <a:cs typeface="Arial" panose="020B0604020202020204"/>
              </a:rPr>
              <a:t>→</a:t>
            </a:r>
            <a:endParaRPr sz="2775" b="1">
              <a:solidFill>
                <a:srgbClr val="F20D0D"/>
              </a:solidFill>
              <a:latin typeface="Arial" panose="020B0604020202020204"/>
              <a:ea typeface="Arial" panose="020B0604020202020204"/>
              <a:cs typeface="Arial" panose="020B0604020202020204"/>
            </a:endParaRPr>
          </a:p>
        </p:txBody>
      </p:sp>
      <p:sp>
        <p:nvSpPr>
          <p:cNvPr id="14" name="Rectangle 13"/>
          <p:cNvSpPr>
            <a:spLocks noGrp="1"/>
          </p:cNvSpPr>
          <p:nvPr/>
        </p:nvSpPr>
        <p:spPr>
          <a:xfrm>
            <a:off x="7696200" y="1885950"/>
            <a:ext cx="495300" cy="447675"/>
          </a:xfrm>
          <a:prstGeom prst="rect">
            <a:avLst/>
          </a:prstGeom>
          <a:noFill/>
          <a:ln w="0">
            <a:noFill/>
            <a:prstDash val="solid"/>
          </a:ln>
        </p:spPr>
        <p:txBody>
          <a:bodyPr anchor="ctr"/>
          <a:lstStyle>
            <a:defPPr algn="ctr">
              <a:defRPr sz="2775" b="1">
                <a:solidFill>
                  <a:srgbClr val="F20D0D"/>
                </a:solidFill>
                <a:latin typeface="Arial" panose="020B0604020202020204"/>
                <a:ea typeface="Arial" panose="020B0604020202020204"/>
                <a:cs typeface="Arial" panose="020B0604020202020204"/>
              </a:defRPr>
            </a:defPPr>
            <a:lvl1pPr algn="ctr">
              <a:buNone/>
              <a:defRPr sz="2775" b="1">
                <a:solidFill>
                  <a:srgbClr val="F20D0D"/>
                </a:solidFill>
                <a:latin typeface="Arial" panose="020B0604020202020204"/>
                <a:ea typeface="Arial" panose="020B0604020202020204"/>
                <a:cs typeface="Arial" panose="020B0604020202020204"/>
              </a:defRPr>
            </a:lvl1pPr>
            <a:lvl2pPr algn="ctr">
              <a:buNone/>
              <a:defRPr sz="2775" b="1">
                <a:solidFill>
                  <a:srgbClr val="F20D0D"/>
                </a:solidFill>
                <a:latin typeface="Arial" panose="020B0604020202020204"/>
                <a:ea typeface="Arial" panose="020B0604020202020204"/>
                <a:cs typeface="Arial" panose="020B0604020202020204"/>
              </a:defRPr>
            </a:lvl2pPr>
            <a:lvl3pPr algn="ctr">
              <a:buNone/>
              <a:defRPr sz="2775" b="1">
                <a:solidFill>
                  <a:srgbClr val="F20D0D"/>
                </a:solidFill>
                <a:latin typeface="Arial" panose="020B0604020202020204"/>
                <a:ea typeface="Arial" panose="020B0604020202020204"/>
                <a:cs typeface="Arial" panose="020B0604020202020204"/>
              </a:defRPr>
            </a:lvl3pPr>
            <a:lvl4pPr algn="ctr">
              <a:buNone/>
              <a:defRPr sz="2775" b="1">
                <a:solidFill>
                  <a:srgbClr val="F20D0D"/>
                </a:solidFill>
                <a:latin typeface="Arial" panose="020B0604020202020204"/>
                <a:ea typeface="Arial" panose="020B0604020202020204"/>
                <a:cs typeface="Arial" panose="020B0604020202020204"/>
              </a:defRPr>
            </a:lvl4pPr>
            <a:lvl5pPr algn="ctr">
              <a:buNone/>
              <a:defRPr sz="2775" b="1">
                <a:solidFill>
                  <a:srgbClr val="F20D0D"/>
                </a:solidFill>
                <a:latin typeface="Arial" panose="020B0604020202020204"/>
                <a:ea typeface="Arial" panose="020B0604020202020204"/>
                <a:cs typeface="Arial" panose="020B0604020202020204"/>
              </a:defRPr>
            </a:lvl5pPr>
            <a:lvl6pPr algn="ctr">
              <a:buNone/>
              <a:defRPr sz="2775" b="1">
                <a:solidFill>
                  <a:srgbClr val="F20D0D"/>
                </a:solidFill>
                <a:latin typeface="Arial" panose="020B0604020202020204"/>
                <a:ea typeface="Arial" panose="020B0604020202020204"/>
                <a:cs typeface="Arial" panose="020B0604020202020204"/>
              </a:defRPr>
            </a:lvl6pPr>
            <a:lvl7pPr algn="ctr">
              <a:buNone/>
              <a:defRPr sz="2775" b="1">
                <a:solidFill>
                  <a:srgbClr val="F20D0D"/>
                </a:solidFill>
                <a:latin typeface="Arial" panose="020B0604020202020204"/>
                <a:ea typeface="Arial" panose="020B0604020202020204"/>
                <a:cs typeface="Arial" panose="020B0604020202020204"/>
              </a:defRPr>
            </a:lvl7pPr>
            <a:lvl8pPr algn="ctr">
              <a:buNone/>
              <a:defRPr sz="2775" b="1">
                <a:solidFill>
                  <a:srgbClr val="F20D0D"/>
                </a:solidFill>
                <a:latin typeface="Arial" panose="020B0604020202020204"/>
                <a:ea typeface="Arial" panose="020B0604020202020204"/>
                <a:cs typeface="Arial" panose="020B0604020202020204"/>
              </a:defRPr>
            </a:lvl8pPr>
            <a:lvl9pPr algn="ctr">
              <a:buNone/>
              <a:defRPr sz="2775" b="1">
                <a:solidFill>
                  <a:srgbClr val="F20D0D"/>
                </a:solidFill>
                <a:latin typeface="Arial" panose="020B0604020202020204"/>
                <a:ea typeface="Arial" panose="020B0604020202020204"/>
                <a:cs typeface="Arial" panose="020B0604020202020204"/>
              </a:defRPr>
            </a:lvl9pPr>
          </a:lstStyle>
          <a:p>
            <a:pPr algn="ctr">
              <a:buNone/>
              <a:defRPr sz="2775" b="1">
                <a:solidFill>
                  <a:srgbClr val="F20D0D"/>
                </a:solidFill>
                <a:latin typeface="Arial" panose="020B0604020202020204"/>
                <a:ea typeface="Arial" panose="020B0604020202020204"/>
                <a:cs typeface="Arial" panose="020B0604020202020204"/>
              </a:defRPr>
            </a:pPr>
            <a:r>
              <a:rPr sz="2775" b="1">
                <a:solidFill>
                  <a:srgbClr val="F20D0D"/>
                </a:solidFill>
                <a:latin typeface="Arial" panose="020B0604020202020204"/>
                <a:ea typeface="Arial" panose="020B0604020202020204"/>
                <a:cs typeface="Arial" panose="020B0604020202020204"/>
              </a:rPr>
              <a:t>→</a:t>
            </a:r>
            <a:endParaRPr sz="2775" b="1">
              <a:solidFill>
                <a:srgbClr val="F20D0D"/>
              </a:solidFill>
              <a:latin typeface="Arial" panose="020B0604020202020204"/>
              <a:ea typeface="Arial" panose="020B0604020202020204"/>
              <a:cs typeface="Arial" panose="020B0604020202020204"/>
            </a:endParaRPr>
          </a:p>
        </p:txBody>
      </p:sp>
      <p:sp>
        <p:nvSpPr>
          <p:cNvPr id="15" name="Rectangle 14"/>
          <p:cNvSpPr>
            <a:spLocks noGrp="1"/>
          </p:cNvSpPr>
          <p:nvPr/>
        </p:nvSpPr>
        <p:spPr>
          <a:xfrm>
            <a:off x="523875" y="3114675"/>
            <a:ext cx="10734675" cy="409575"/>
          </a:xfrm>
          <a:prstGeom prst="rect">
            <a:avLst/>
          </a:prstGeom>
          <a:noFill/>
          <a:ln w="0">
            <a:noFill/>
            <a:prstDash val="solid"/>
          </a:ln>
        </p:spPr>
        <p:txBody>
          <a:bodyPr anchor="ctr"/>
          <a:lstStyle>
            <a:defPPr algn="l">
              <a:defRPr sz="1500" b="1">
                <a:solidFill>
                  <a:srgbClr val="F20D0D"/>
                </a:solidFill>
                <a:latin typeface="Arial" panose="020B0604020202020204"/>
                <a:ea typeface="Arial" panose="020B0604020202020204"/>
                <a:cs typeface="Arial" panose="020B0604020202020204"/>
              </a:defRPr>
            </a:defPPr>
            <a:lvl1pPr algn="l">
              <a:buNone/>
              <a:defRPr sz="1500" b="1">
                <a:solidFill>
                  <a:srgbClr val="F20D0D"/>
                </a:solidFill>
                <a:latin typeface="Arial" panose="020B0604020202020204"/>
                <a:ea typeface="Arial" panose="020B0604020202020204"/>
                <a:cs typeface="Arial" panose="020B0604020202020204"/>
              </a:defRPr>
            </a:lvl1pPr>
            <a:lvl2pPr algn="l">
              <a:buNone/>
              <a:defRPr sz="1500" b="1">
                <a:solidFill>
                  <a:srgbClr val="F20D0D"/>
                </a:solidFill>
                <a:latin typeface="Arial" panose="020B0604020202020204"/>
                <a:ea typeface="Arial" panose="020B0604020202020204"/>
                <a:cs typeface="Arial" panose="020B0604020202020204"/>
              </a:defRPr>
            </a:lvl2pPr>
            <a:lvl3pPr algn="l">
              <a:buNone/>
              <a:defRPr sz="1500" b="1">
                <a:solidFill>
                  <a:srgbClr val="F20D0D"/>
                </a:solidFill>
                <a:latin typeface="Arial" panose="020B0604020202020204"/>
                <a:ea typeface="Arial" panose="020B0604020202020204"/>
                <a:cs typeface="Arial" panose="020B0604020202020204"/>
              </a:defRPr>
            </a:lvl3pPr>
            <a:lvl4pPr algn="l">
              <a:buNone/>
              <a:defRPr sz="1500" b="1">
                <a:solidFill>
                  <a:srgbClr val="F20D0D"/>
                </a:solidFill>
                <a:latin typeface="Arial" panose="020B0604020202020204"/>
                <a:ea typeface="Arial" panose="020B0604020202020204"/>
                <a:cs typeface="Arial" panose="020B0604020202020204"/>
              </a:defRPr>
            </a:lvl4pPr>
            <a:lvl5pPr algn="l">
              <a:buNone/>
              <a:defRPr sz="1500" b="1">
                <a:solidFill>
                  <a:srgbClr val="F20D0D"/>
                </a:solidFill>
                <a:latin typeface="Arial" panose="020B0604020202020204"/>
                <a:ea typeface="Arial" panose="020B0604020202020204"/>
                <a:cs typeface="Arial" panose="020B0604020202020204"/>
              </a:defRPr>
            </a:lvl5pPr>
            <a:lvl6pPr algn="l">
              <a:buNone/>
              <a:defRPr sz="1500" b="1">
                <a:solidFill>
                  <a:srgbClr val="F20D0D"/>
                </a:solidFill>
                <a:latin typeface="Arial" panose="020B0604020202020204"/>
                <a:ea typeface="Arial" panose="020B0604020202020204"/>
                <a:cs typeface="Arial" panose="020B0604020202020204"/>
              </a:defRPr>
            </a:lvl6pPr>
            <a:lvl7pPr algn="l">
              <a:buNone/>
              <a:defRPr sz="1500" b="1">
                <a:solidFill>
                  <a:srgbClr val="F20D0D"/>
                </a:solidFill>
                <a:latin typeface="Arial" panose="020B0604020202020204"/>
                <a:ea typeface="Arial" panose="020B0604020202020204"/>
                <a:cs typeface="Arial" panose="020B0604020202020204"/>
              </a:defRPr>
            </a:lvl7pPr>
            <a:lvl8pPr algn="l">
              <a:buNone/>
              <a:defRPr sz="1500" b="1">
                <a:solidFill>
                  <a:srgbClr val="F20D0D"/>
                </a:solidFill>
                <a:latin typeface="Arial" panose="020B0604020202020204"/>
                <a:ea typeface="Arial" panose="020B0604020202020204"/>
                <a:cs typeface="Arial" panose="020B0604020202020204"/>
              </a:defRPr>
            </a:lvl8pPr>
            <a:lvl9pPr algn="l">
              <a:buNone/>
              <a:defRPr sz="1500" b="1">
                <a:solidFill>
                  <a:srgbClr val="F20D0D"/>
                </a:solidFill>
                <a:latin typeface="Arial" panose="020B0604020202020204"/>
                <a:ea typeface="Arial" panose="020B0604020202020204"/>
                <a:cs typeface="Arial" panose="020B0604020202020204"/>
              </a:defRPr>
            </a:lvl9pPr>
          </a:lstStyle>
          <a:p>
            <a:pPr algn="l">
              <a:buNone/>
              <a:defRPr sz="1500" b="1">
                <a:solidFill>
                  <a:srgbClr val="F20D0D"/>
                </a:solidFill>
                <a:latin typeface="Arial" panose="020B0604020202020204"/>
                <a:ea typeface="Arial" panose="020B0604020202020204"/>
                <a:cs typeface="Arial" panose="020B0604020202020204"/>
              </a:defRPr>
            </a:pPr>
            <a:r>
              <a:rPr sz="1500" b="1">
                <a:solidFill>
                  <a:schemeClr val="tx1"/>
                </a:solidFill>
                <a:latin typeface="Arial" panose="020B0604020202020204"/>
                <a:ea typeface="Arial" panose="020B0604020202020204"/>
                <a:cs typeface="Arial" panose="020B0604020202020204"/>
              </a:rPr>
              <a:t>Android cung cấp gói API android.hardware </a:t>
            </a:r>
            <a:r>
              <a:rPr sz="1500" b="1">
                <a:solidFill>
                  <a:schemeClr val="tx1"/>
                </a:solidFill>
                <a:latin typeface="Arial" panose="020B0604020202020204"/>
                <a:ea typeface="Arial" panose="020B0604020202020204"/>
                <a:cs typeface="Arial" panose="020B0604020202020204"/>
              </a:rPr>
              <a:t>đ</a:t>
            </a:r>
            <a:r>
              <a:rPr sz="1500" b="1">
                <a:solidFill>
                  <a:schemeClr val="tx1"/>
                </a:solidFill>
                <a:latin typeface="Arial" panose="020B0604020202020204"/>
                <a:ea typeface="Arial" panose="020B0604020202020204"/>
                <a:cs typeface="Arial" panose="020B0604020202020204"/>
              </a:rPr>
              <a:t>ể ứng dụng giao tiếp với cảm biến</a:t>
            </a:r>
            <a:endParaRPr sz="1500" b="1">
              <a:solidFill>
                <a:schemeClr val="tx1"/>
              </a:solidFill>
              <a:latin typeface="Arial" panose="020B0604020202020204"/>
              <a:ea typeface="Arial" panose="020B0604020202020204"/>
              <a:cs typeface="Arial" panose="020B0604020202020204"/>
            </a:endParaRPr>
          </a:p>
        </p:txBody>
      </p:sp>
      <p:sp>
        <p:nvSpPr>
          <p:cNvPr id="16" name="Rounded Rectangle 15"/>
          <p:cNvSpPr>
            <a:spLocks noGrp="1"/>
          </p:cNvSpPr>
          <p:nvPr/>
        </p:nvSpPr>
        <p:spPr>
          <a:xfrm>
            <a:off x="523875" y="3676650"/>
            <a:ext cx="5429250" cy="1009650"/>
          </a:xfrm>
          <a:prstGeom prst="roundRect">
            <a:avLst>
              <a:gd name="adj" fmla="val 7547"/>
            </a:avLst>
          </a:prstGeom>
          <a:solidFill>
            <a:srgbClr val="FFFFFF"/>
          </a:solidFill>
          <a:ln w="9525">
            <a:solidFill>
              <a:srgbClr val="C9C9C9"/>
            </a:solidFill>
            <a:prstDash val="solid"/>
          </a:ln>
        </p:spPr>
      </p:sp>
      <p:sp>
        <p:nvSpPr>
          <p:cNvPr id="17" name="Rectangle 16"/>
          <p:cNvSpPr>
            <a:spLocks noGrp="1"/>
          </p:cNvSpPr>
          <p:nvPr/>
        </p:nvSpPr>
        <p:spPr>
          <a:xfrm>
            <a:off x="695325" y="3781425"/>
            <a:ext cx="5067300" cy="352425"/>
          </a:xfrm>
          <a:prstGeom prst="rect">
            <a:avLst/>
          </a:prstGeom>
          <a:noFill/>
          <a:ln w="0">
            <a:noFill/>
            <a:prstDash val="solid"/>
          </a:ln>
        </p:spPr>
        <p:txBody>
          <a:bodyPr anchor="ctr"/>
          <a:lstStyle>
            <a:defPPr algn="l">
              <a:defRPr sz="1575" b="1">
                <a:solidFill>
                  <a:srgbClr val="F20D0D"/>
                </a:solidFill>
                <a:latin typeface="Arial" panose="020B0604020202020204"/>
                <a:ea typeface="Arial" panose="020B0604020202020204"/>
                <a:cs typeface="Arial" panose="020B0604020202020204"/>
              </a:defRPr>
            </a:defPPr>
            <a:lvl1pPr algn="l">
              <a:buNone/>
              <a:defRPr sz="1575" b="1">
                <a:solidFill>
                  <a:srgbClr val="F20D0D"/>
                </a:solidFill>
                <a:latin typeface="Arial" panose="020B0604020202020204"/>
                <a:ea typeface="Arial" panose="020B0604020202020204"/>
                <a:cs typeface="Arial" panose="020B0604020202020204"/>
              </a:defRPr>
            </a:lvl1pPr>
            <a:lvl2pPr algn="l">
              <a:buNone/>
              <a:defRPr sz="1575" b="1">
                <a:solidFill>
                  <a:srgbClr val="F20D0D"/>
                </a:solidFill>
                <a:latin typeface="Arial" panose="020B0604020202020204"/>
                <a:ea typeface="Arial" panose="020B0604020202020204"/>
                <a:cs typeface="Arial" panose="020B0604020202020204"/>
              </a:defRPr>
            </a:lvl2pPr>
            <a:lvl3pPr algn="l">
              <a:buNone/>
              <a:defRPr sz="1575" b="1">
                <a:solidFill>
                  <a:srgbClr val="F20D0D"/>
                </a:solidFill>
                <a:latin typeface="Arial" panose="020B0604020202020204"/>
                <a:ea typeface="Arial" panose="020B0604020202020204"/>
                <a:cs typeface="Arial" panose="020B0604020202020204"/>
              </a:defRPr>
            </a:lvl3pPr>
            <a:lvl4pPr algn="l">
              <a:buNone/>
              <a:defRPr sz="1575" b="1">
                <a:solidFill>
                  <a:srgbClr val="F20D0D"/>
                </a:solidFill>
                <a:latin typeface="Arial" panose="020B0604020202020204"/>
                <a:ea typeface="Arial" panose="020B0604020202020204"/>
                <a:cs typeface="Arial" panose="020B0604020202020204"/>
              </a:defRPr>
            </a:lvl4pPr>
            <a:lvl5pPr algn="l">
              <a:buNone/>
              <a:defRPr sz="1575" b="1">
                <a:solidFill>
                  <a:srgbClr val="F20D0D"/>
                </a:solidFill>
                <a:latin typeface="Arial" panose="020B0604020202020204"/>
                <a:ea typeface="Arial" panose="020B0604020202020204"/>
                <a:cs typeface="Arial" panose="020B0604020202020204"/>
              </a:defRPr>
            </a:lvl5pPr>
            <a:lvl6pPr algn="l">
              <a:buNone/>
              <a:defRPr sz="1575" b="1">
                <a:solidFill>
                  <a:srgbClr val="F20D0D"/>
                </a:solidFill>
                <a:latin typeface="Arial" panose="020B0604020202020204"/>
                <a:ea typeface="Arial" panose="020B0604020202020204"/>
                <a:cs typeface="Arial" panose="020B0604020202020204"/>
              </a:defRPr>
            </a:lvl6pPr>
            <a:lvl7pPr algn="l">
              <a:buNone/>
              <a:defRPr sz="1575" b="1">
                <a:solidFill>
                  <a:srgbClr val="F20D0D"/>
                </a:solidFill>
                <a:latin typeface="Arial" panose="020B0604020202020204"/>
                <a:ea typeface="Arial" panose="020B0604020202020204"/>
                <a:cs typeface="Arial" panose="020B0604020202020204"/>
              </a:defRPr>
            </a:lvl7pPr>
            <a:lvl8pPr algn="l">
              <a:buNone/>
              <a:defRPr sz="1575" b="1">
                <a:solidFill>
                  <a:srgbClr val="F20D0D"/>
                </a:solidFill>
                <a:latin typeface="Arial" panose="020B0604020202020204"/>
                <a:ea typeface="Arial" panose="020B0604020202020204"/>
                <a:cs typeface="Arial" panose="020B0604020202020204"/>
              </a:defRPr>
            </a:lvl8pPr>
            <a:lvl9pPr algn="l">
              <a:buNone/>
              <a:defRPr sz="1575" b="1">
                <a:solidFill>
                  <a:srgbClr val="F20D0D"/>
                </a:solidFill>
                <a:latin typeface="Arial" panose="020B0604020202020204"/>
                <a:ea typeface="Arial" panose="020B0604020202020204"/>
                <a:cs typeface="Arial" panose="020B0604020202020204"/>
              </a:defRPr>
            </a:lvl9pPr>
          </a:lstStyle>
          <a:p>
            <a:pPr algn="l">
              <a:buNone/>
              <a:defRPr sz="1575" b="1">
                <a:solidFill>
                  <a:srgbClr val="F20D0D"/>
                </a:solidFill>
                <a:latin typeface="Arial" panose="020B0604020202020204"/>
                <a:ea typeface="Arial" panose="020B0604020202020204"/>
                <a:cs typeface="Arial" panose="020B0604020202020204"/>
              </a:defRPr>
            </a:pPr>
            <a:r>
              <a:rPr sz="1575" b="1">
                <a:solidFill>
                  <a:srgbClr val="F20D0D"/>
                </a:solidFill>
                <a:latin typeface="Arial" panose="020B0604020202020204"/>
                <a:ea typeface="Arial" panose="020B0604020202020204"/>
                <a:cs typeface="Arial" panose="020B0604020202020204"/>
              </a:rPr>
              <a:t>SensorManager</a:t>
            </a:r>
            <a:endParaRPr sz="1575" b="1">
              <a:solidFill>
                <a:srgbClr val="F20D0D"/>
              </a:solidFill>
              <a:latin typeface="Arial" panose="020B0604020202020204"/>
              <a:ea typeface="Arial" panose="020B0604020202020204"/>
              <a:cs typeface="Arial" panose="020B0604020202020204"/>
            </a:endParaRPr>
          </a:p>
        </p:txBody>
      </p:sp>
      <p:sp>
        <p:nvSpPr>
          <p:cNvPr id="18" name="Rectangle 17"/>
          <p:cNvSpPr>
            <a:spLocks noGrp="1"/>
          </p:cNvSpPr>
          <p:nvPr/>
        </p:nvSpPr>
        <p:spPr>
          <a:xfrm>
            <a:off x="695325" y="4143375"/>
            <a:ext cx="5067300" cy="447675"/>
          </a:xfrm>
          <a:prstGeom prst="rect">
            <a:avLst/>
          </a:prstGeom>
          <a:noFill/>
          <a:ln w="0">
            <a:noFill/>
            <a:prstDash val="solid"/>
          </a:ln>
        </p:spPr>
        <p:txBody>
          <a:bodyPr anchor="ctr"/>
          <a:lstStyle>
            <a:defPPr algn="l">
              <a:defRPr sz="1425" b="0">
                <a:solidFill>
                  <a:srgbClr val="111111"/>
                </a:solidFill>
                <a:latin typeface="Arial" panose="020B0604020202020204"/>
                <a:ea typeface="Arial" panose="020B0604020202020204"/>
                <a:cs typeface="Arial" panose="020B0604020202020204"/>
              </a:defRPr>
            </a:defPPr>
            <a:lvl1pPr algn="l">
              <a:buNone/>
              <a:defRPr sz="1425" b="0">
                <a:solidFill>
                  <a:srgbClr val="111111"/>
                </a:solidFill>
                <a:latin typeface="Arial" panose="020B0604020202020204"/>
                <a:ea typeface="Arial" panose="020B0604020202020204"/>
                <a:cs typeface="Arial" panose="020B0604020202020204"/>
              </a:defRPr>
            </a:lvl1pPr>
            <a:lvl2pPr algn="l">
              <a:buNone/>
              <a:defRPr sz="1425" b="0">
                <a:solidFill>
                  <a:srgbClr val="111111"/>
                </a:solidFill>
                <a:latin typeface="Arial" panose="020B0604020202020204"/>
                <a:ea typeface="Arial" panose="020B0604020202020204"/>
                <a:cs typeface="Arial" panose="020B0604020202020204"/>
              </a:defRPr>
            </a:lvl2pPr>
            <a:lvl3pPr algn="l">
              <a:buNone/>
              <a:defRPr sz="1425" b="0">
                <a:solidFill>
                  <a:srgbClr val="111111"/>
                </a:solidFill>
                <a:latin typeface="Arial" panose="020B0604020202020204"/>
                <a:ea typeface="Arial" panose="020B0604020202020204"/>
                <a:cs typeface="Arial" panose="020B0604020202020204"/>
              </a:defRPr>
            </a:lvl3pPr>
            <a:lvl4pPr algn="l">
              <a:buNone/>
              <a:defRPr sz="1425" b="0">
                <a:solidFill>
                  <a:srgbClr val="111111"/>
                </a:solidFill>
                <a:latin typeface="Arial" panose="020B0604020202020204"/>
                <a:ea typeface="Arial" panose="020B0604020202020204"/>
                <a:cs typeface="Arial" panose="020B0604020202020204"/>
              </a:defRPr>
            </a:lvl4pPr>
            <a:lvl5pPr algn="l">
              <a:buNone/>
              <a:defRPr sz="1425" b="0">
                <a:solidFill>
                  <a:srgbClr val="111111"/>
                </a:solidFill>
                <a:latin typeface="Arial" panose="020B0604020202020204"/>
                <a:ea typeface="Arial" panose="020B0604020202020204"/>
                <a:cs typeface="Arial" panose="020B0604020202020204"/>
              </a:defRPr>
            </a:lvl5pPr>
            <a:lvl6pPr algn="l">
              <a:buNone/>
              <a:defRPr sz="1425" b="0">
                <a:solidFill>
                  <a:srgbClr val="111111"/>
                </a:solidFill>
                <a:latin typeface="Arial" panose="020B0604020202020204"/>
                <a:ea typeface="Arial" panose="020B0604020202020204"/>
                <a:cs typeface="Arial" panose="020B0604020202020204"/>
              </a:defRPr>
            </a:lvl6pPr>
            <a:lvl7pPr algn="l">
              <a:buNone/>
              <a:defRPr sz="1425" b="0">
                <a:solidFill>
                  <a:srgbClr val="111111"/>
                </a:solidFill>
                <a:latin typeface="Arial" panose="020B0604020202020204"/>
                <a:ea typeface="Arial" panose="020B0604020202020204"/>
                <a:cs typeface="Arial" panose="020B0604020202020204"/>
              </a:defRPr>
            </a:lvl7pPr>
            <a:lvl8pPr algn="l">
              <a:buNone/>
              <a:defRPr sz="1425" b="0">
                <a:solidFill>
                  <a:srgbClr val="111111"/>
                </a:solidFill>
                <a:latin typeface="Arial" panose="020B0604020202020204"/>
                <a:ea typeface="Arial" panose="020B0604020202020204"/>
                <a:cs typeface="Arial" panose="020B0604020202020204"/>
              </a:defRPr>
            </a:lvl8pPr>
            <a:lvl9pPr algn="l">
              <a:buNone/>
              <a:defRPr sz="1425" b="0">
                <a:solidFill>
                  <a:srgbClr val="111111"/>
                </a:solidFill>
                <a:latin typeface="Arial" panose="020B0604020202020204"/>
                <a:ea typeface="Arial" panose="020B0604020202020204"/>
                <a:cs typeface="Arial" panose="020B0604020202020204"/>
              </a:defRPr>
            </a:lvl9pPr>
          </a:lstStyle>
          <a:p>
            <a:pPr algn="l">
              <a:buNone/>
              <a:defRPr sz="1425" b="0">
                <a:solidFill>
                  <a:srgbClr val="111111"/>
                </a:solidFill>
                <a:latin typeface="Arial" panose="020B0604020202020204"/>
                <a:ea typeface="Arial" panose="020B0604020202020204"/>
                <a:cs typeface="Arial" panose="020B0604020202020204"/>
              </a:defRPr>
            </a:pPr>
            <a:r>
              <a:rPr sz="1425" b="0">
                <a:solidFill>
                  <a:srgbClr val="111111"/>
                </a:solidFill>
                <a:latin typeface="Arial" panose="020B0604020202020204"/>
                <a:ea typeface="Arial" panose="020B0604020202020204"/>
                <a:cs typeface="Arial" panose="020B0604020202020204"/>
              </a:rPr>
              <a:t>SENSOR_SERVICE; lấy danh sách, đăng ký/hủy sự kiện.</a:t>
            </a:r>
            <a:endParaRPr sz="1425" b="0">
              <a:solidFill>
                <a:srgbClr val="111111"/>
              </a:solidFill>
              <a:latin typeface="Arial" panose="020B0604020202020204"/>
              <a:ea typeface="Arial" panose="020B0604020202020204"/>
              <a:cs typeface="Arial" panose="020B0604020202020204"/>
            </a:endParaRPr>
          </a:p>
        </p:txBody>
      </p:sp>
      <p:sp>
        <p:nvSpPr>
          <p:cNvPr id="19" name="Rounded Rectangle 18"/>
          <p:cNvSpPr>
            <a:spLocks noGrp="1"/>
          </p:cNvSpPr>
          <p:nvPr/>
        </p:nvSpPr>
        <p:spPr>
          <a:xfrm>
            <a:off x="6229350" y="3676650"/>
            <a:ext cx="5429250" cy="1009650"/>
          </a:xfrm>
          <a:prstGeom prst="roundRect">
            <a:avLst>
              <a:gd name="adj" fmla="val 7547"/>
            </a:avLst>
          </a:prstGeom>
          <a:solidFill>
            <a:srgbClr val="FFFFFF"/>
          </a:solidFill>
          <a:ln w="9525">
            <a:solidFill>
              <a:srgbClr val="C9C9C9"/>
            </a:solidFill>
            <a:prstDash val="solid"/>
          </a:ln>
        </p:spPr>
      </p:sp>
      <p:sp>
        <p:nvSpPr>
          <p:cNvPr id="20" name="Rectangle 19"/>
          <p:cNvSpPr>
            <a:spLocks noGrp="1"/>
          </p:cNvSpPr>
          <p:nvPr/>
        </p:nvSpPr>
        <p:spPr>
          <a:xfrm>
            <a:off x="6400800" y="3781425"/>
            <a:ext cx="5067300" cy="352425"/>
          </a:xfrm>
          <a:prstGeom prst="rect">
            <a:avLst/>
          </a:prstGeom>
          <a:noFill/>
          <a:ln w="0">
            <a:noFill/>
            <a:prstDash val="solid"/>
          </a:ln>
        </p:spPr>
        <p:txBody>
          <a:bodyPr anchor="ctr"/>
          <a:lstStyle>
            <a:defPPr algn="l">
              <a:defRPr sz="1575" b="1">
                <a:solidFill>
                  <a:srgbClr val="F20D0D"/>
                </a:solidFill>
                <a:latin typeface="Arial" panose="020B0604020202020204"/>
                <a:ea typeface="Arial" panose="020B0604020202020204"/>
                <a:cs typeface="Arial" panose="020B0604020202020204"/>
              </a:defRPr>
            </a:defPPr>
            <a:lvl1pPr algn="l">
              <a:buNone/>
              <a:defRPr sz="1575" b="1">
                <a:solidFill>
                  <a:srgbClr val="F20D0D"/>
                </a:solidFill>
                <a:latin typeface="Arial" panose="020B0604020202020204"/>
                <a:ea typeface="Arial" panose="020B0604020202020204"/>
                <a:cs typeface="Arial" panose="020B0604020202020204"/>
              </a:defRPr>
            </a:lvl1pPr>
            <a:lvl2pPr algn="l">
              <a:buNone/>
              <a:defRPr sz="1575" b="1">
                <a:solidFill>
                  <a:srgbClr val="F20D0D"/>
                </a:solidFill>
                <a:latin typeface="Arial" panose="020B0604020202020204"/>
                <a:ea typeface="Arial" panose="020B0604020202020204"/>
                <a:cs typeface="Arial" panose="020B0604020202020204"/>
              </a:defRPr>
            </a:lvl2pPr>
            <a:lvl3pPr algn="l">
              <a:buNone/>
              <a:defRPr sz="1575" b="1">
                <a:solidFill>
                  <a:srgbClr val="F20D0D"/>
                </a:solidFill>
                <a:latin typeface="Arial" panose="020B0604020202020204"/>
                <a:ea typeface="Arial" panose="020B0604020202020204"/>
                <a:cs typeface="Arial" panose="020B0604020202020204"/>
              </a:defRPr>
            </a:lvl3pPr>
            <a:lvl4pPr algn="l">
              <a:buNone/>
              <a:defRPr sz="1575" b="1">
                <a:solidFill>
                  <a:srgbClr val="F20D0D"/>
                </a:solidFill>
                <a:latin typeface="Arial" panose="020B0604020202020204"/>
                <a:ea typeface="Arial" panose="020B0604020202020204"/>
                <a:cs typeface="Arial" panose="020B0604020202020204"/>
              </a:defRPr>
            </a:lvl4pPr>
            <a:lvl5pPr algn="l">
              <a:buNone/>
              <a:defRPr sz="1575" b="1">
                <a:solidFill>
                  <a:srgbClr val="F20D0D"/>
                </a:solidFill>
                <a:latin typeface="Arial" panose="020B0604020202020204"/>
                <a:ea typeface="Arial" panose="020B0604020202020204"/>
                <a:cs typeface="Arial" panose="020B0604020202020204"/>
              </a:defRPr>
            </a:lvl5pPr>
            <a:lvl6pPr algn="l">
              <a:buNone/>
              <a:defRPr sz="1575" b="1">
                <a:solidFill>
                  <a:srgbClr val="F20D0D"/>
                </a:solidFill>
                <a:latin typeface="Arial" panose="020B0604020202020204"/>
                <a:ea typeface="Arial" panose="020B0604020202020204"/>
                <a:cs typeface="Arial" panose="020B0604020202020204"/>
              </a:defRPr>
            </a:lvl6pPr>
            <a:lvl7pPr algn="l">
              <a:buNone/>
              <a:defRPr sz="1575" b="1">
                <a:solidFill>
                  <a:srgbClr val="F20D0D"/>
                </a:solidFill>
                <a:latin typeface="Arial" panose="020B0604020202020204"/>
                <a:ea typeface="Arial" panose="020B0604020202020204"/>
                <a:cs typeface="Arial" panose="020B0604020202020204"/>
              </a:defRPr>
            </a:lvl7pPr>
            <a:lvl8pPr algn="l">
              <a:buNone/>
              <a:defRPr sz="1575" b="1">
                <a:solidFill>
                  <a:srgbClr val="F20D0D"/>
                </a:solidFill>
                <a:latin typeface="Arial" panose="020B0604020202020204"/>
                <a:ea typeface="Arial" panose="020B0604020202020204"/>
                <a:cs typeface="Arial" panose="020B0604020202020204"/>
              </a:defRPr>
            </a:lvl8pPr>
            <a:lvl9pPr algn="l">
              <a:buNone/>
              <a:defRPr sz="1575" b="1">
                <a:solidFill>
                  <a:srgbClr val="F20D0D"/>
                </a:solidFill>
                <a:latin typeface="Arial" panose="020B0604020202020204"/>
                <a:ea typeface="Arial" panose="020B0604020202020204"/>
                <a:cs typeface="Arial" panose="020B0604020202020204"/>
              </a:defRPr>
            </a:lvl9pPr>
          </a:lstStyle>
          <a:p>
            <a:pPr algn="l">
              <a:buNone/>
              <a:defRPr sz="1575" b="1">
                <a:solidFill>
                  <a:srgbClr val="F20D0D"/>
                </a:solidFill>
                <a:latin typeface="Arial" panose="020B0604020202020204"/>
                <a:ea typeface="Arial" panose="020B0604020202020204"/>
                <a:cs typeface="Arial" panose="020B0604020202020204"/>
              </a:defRPr>
            </a:pPr>
            <a:r>
              <a:rPr sz="1575" b="1">
                <a:solidFill>
                  <a:srgbClr val="F20D0D"/>
                </a:solidFill>
                <a:latin typeface="Arial" panose="020B0604020202020204"/>
                <a:ea typeface="Arial" panose="020B0604020202020204"/>
                <a:cs typeface="Arial" panose="020B0604020202020204"/>
              </a:rPr>
              <a:t>Sensor</a:t>
            </a:r>
            <a:endParaRPr sz="1575" b="1">
              <a:solidFill>
                <a:srgbClr val="F20D0D"/>
              </a:solidFill>
              <a:latin typeface="Arial" panose="020B0604020202020204"/>
              <a:ea typeface="Arial" panose="020B0604020202020204"/>
              <a:cs typeface="Arial" panose="020B0604020202020204"/>
            </a:endParaRPr>
          </a:p>
        </p:txBody>
      </p:sp>
      <p:sp>
        <p:nvSpPr>
          <p:cNvPr id="21" name="Rectangle 20"/>
          <p:cNvSpPr>
            <a:spLocks noGrp="1"/>
          </p:cNvSpPr>
          <p:nvPr/>
        </p:nvSpPr>
        <p:spPr>
          <a:xfrm>
            <a:off x="6400800" y="4143375"/>
            <a:ext cx="5067300" cy="447675"/>
          </a:xfrm>
          <a:prstGeom prst="rect">
            <a:avLst/>
          </a:prstGeom>
          <a:noFill/>
          <a:ln w="0">
            <a:noFill/>
            <a:prstDash val="solid"/>
          </a:ln>
        </p:spPr>
        <p:txBody>
          <a:bodyPr anchor="ctr"/>
          <a:lstStyle>
            <a:defPPr algn="l">
              <a:defRPr sz="1425" b="0">
                <a:solidFill>
                  <a:srgbClr val="111111"/>
                </a:solidFill>
                <a:latin typeface="Arial" panose="020B0604020202020204"/>
                <a:ea typeface="Arial" panose="020B0604020202020204"/>
                <a:cs typeface="Arial" panose="020B0604020202020204"/>
              </a:defRPr>
            </a:defPPr>
            <a:lvl1pPr algn="l">
              <a:buNone/>
              <a:defRPr sz="1425" b="0">
                <a:solidFill>
                  <a:srgbClr val="111111"/>
                </a:solidFill>
                <a:latin typeface="Arial" panose="020B0604020202020204"/>
                <a:ea typeface="Arial" panose="020B0604020202020204"/>
                <a:cs typeface="Arial" panose="020B0604020202020204"/>
              </a:defRPr>
            </a:lvl1pPr>
            <a:lvl2pPr algn="l">
              <a:buNone/>
              <a:defRPr sz="1425" b="0">
                <a:solidFill>
                  <a:srgbClr val="111111"/>
                </a:solidFill>
                <a:latin typeface="Arial" panose="020B0604020202020204"/>
                <a:ea typeface="Arial" panose="020B0604020202020204"/>
                <a:cs typeface="Arial" panose="020B0604020202020204"/>
              </a:defRPr>
            </a:lvl2pPr>
            <a:lvl3pPr algn="l">
              <a:buNone/>
              <a:defRPr sz="1425" b="0">
                <a:solidFill>
                  <a:srgbClr val="111111"/>
                </a:solidFill>
                <a:latin typeface="Arial" panose="020B0604020202020204"/>
                <a:ea typeface="Arial" panose="020B0604020202020204"/>
                <a:cs typeface="Arial" panose="020B0604020202020204"/>
              </a:defRPr>
            </a:lvl3pPr>
            <a:lvl4pPr algn="l">
              <a:buNone/>
              <a:defRPr sz="1425" b="0">
                <a:solidFill>
                  <a:srgbClr val="111111"/>
                </a:solidFill>
                <a:latin typeface="Arial" panose="020B0604020202020204"/>
                <a:ea typeface="Arial" panose="020B0604020202020204"/>
                <a:cs typeface="Arial" panose="020B0604020202020204"/>
              </a:defRPr>
            </a:lvl4pPr>
            <a:lvl5pPr algn="l">
              <a:buNone/>
              <a:defRPr sz="1425" b="0">
                <a:solidFill>
                  <a:srgbClr val="111111"/>
                </a:solidFill>
                <a:latin typeface="Arial" panose="020B0604020202020204"/>
                <a:ea typeface="Arial" panose="020B0604020202020204"/>
                <a:cs typeface="Arial" panose="020B0604020202020204"/>
              </a:defRPr>
            </a:lvl5pPr>
            <a:lvl6pPr algn="l">
              <a:buNone/>
              <a:defRPr sz="1425" b="0">
                <a:solidFill>
                  <a:srgbClr val="111111"/>
                </a:solidFill>
                <a:latin typeface="Arial" panose="020B0604020202020204"/>
                <a:ea typeface="Arial" panose="020B0604020202020204"/>
                <a:cs typeface="Arial" panose="020B0604020202020204"/>
              </a:defRPr>
            </a:lvl6pPr>
            <a:lvl7pPr algn="l">
              <a:buNone/>
              <a:defRPr sz="1425" b="0">
                <a:solidFill>
                  <a:srgbClr val="111111"/>
                </a:solidFill>
                <a:latin typeface="Arial" panose="020B0604020202020204"/>
                <a:ea typeface="Arial" panose="020B0604020202020204"/>
                <a:cs typeface="Arial" panose="020B0604020202020204"/>
              </a:defRPr>
            </a:lvl7pPr>
            <a:lvl8pPr algn="l">
              <a:buNone/>
              <a:defRPr sz="1425" b="0">
                <a:solidFill>
                  <a:srgbClr val="111111"/>
                </a:solidFill>
                <a:latin typeface="Arial" panose="020B0604020202020204"/>
                <a:ea typeface="Arial" panose="020B0604020202020204"/>
                <a:cs typeface="Arial" panose="020B0604020202020204"/>
              </a:defRPr>
            </a:lvl8pPr>
            <a:lvl9pPr algn="l">
              <a:buNone/>
              <a:defRPr sz="1425" b="0">
                <a:solidFill>
                  <a:srgbClr val="111111"/>
                </a:solidFill>
                <a:latin typeface="Arial" panose="020B0604020202020204"/>
                <a:ea typeface="Arial" panose="020B0604020202020204"/>
                <a:cs typeface="Arial" panose="020B0604020202020204"/>
              </a:defRPr>
            </a:lvl9pPr>
          </a:lstStyle>
          <a:p>
            <a:pPr algn="l">
              <a:buNone/>
              <a:defRPr sz="1425" b="0">
                <a:solidFill>
                  <a:srgbClr val="111111"/>
                </a:solidFill>
                <a:latin typeface="Arial" panose="020B0604020202020204"/>
                <a:ea typeface="Arial" panose="020B0604020202020204"/>
                <a:cs typeface="Arial" panose="020B0604020202020204"/>
              </a:defRPr>
            </a:pPr>
            <a:r>
              <a:rPr sz="1425" b="0">
                <a:solidFill>
                  <a:srgbClr val="111111"/>
                </a:solidFill>
                <a:latin typeface="Arial" panose="020B0604020202020204"/>
                <a:ea typeface="Arial" panose="020B0604020202020204"/>
                <a:cs typeface="Arial" panose="020B0604020202020204"/>
              </a:rPr>
              <a:t>Một cảm biến cụ thể: resolution, power, maxRange, vendor.</a:t>
            </a:r>
            <a:endParaRPr sz="1425" b="0">
              <a:solidFill>
                <a:srgbClr val="111111"/>
              </a:solidFill>
              <a:latin typeface="Arial" panose="020B0604020202020204"/>
              <a:ea typeface="Arial" panose="020B0604020202020204"/>
              <a:cs typeface="Arial" panose="020B0604020202020204"/>
            </a:endParaRPr>
          </a:p>
        </p:txBody>
      </p:sp>
      <p:sp>
        <p:nvSpPr>
          <p:cNvPr id="22" name="Rounded Rectangle 21"/>
          <p:cNvSpPr>
            <a:spLocks noGrp="1"/>
          </p:cNvSpPr>
          <p:nvPr/>
        </p:nvSpPr>
        <p:spPr>
          <a:xfrm>
            <a:off x="523875" y="4857750"/>
            <a:ext cx="5429250" cy="1009650"/>
          </a:xfrm>
          <a:prstGeom prst="roundRect">
            <a:avLst>
              <a:gd name="adj" fmla="val 7547"/>
            </a:avLst>
          </a:prstGeom>
          <a:solidFill>
            <a:srgbClr val="FFFFFF"/>
          </a:solidFill>
          <a:ln w="9525">
            <a:solidFill>
              <a:srgbClr val="C9C9C9"/>
            </a:solidFill>
            <a:prstDash val="solid"/>
          </a:ln>
        </p:spPr>
      </p:sp>
      <p:sp>
        <p:nvSpPr>
          <p:cNvPr id="23" name="Rectangle 22"/>
          <p:cNvSpPr>
            <a:spLocks noGrp="1"/>
          </p:cNvSpPr>
          <p:nvPr/>
        </p:nvSpPr>
        <p:spPr>
          <a:xfrm>
            <a:off x="695325" y="4962525"/>
            <a:ext cx="5067300" cy="352425"/>
          </a:xfrm>
          <a:prstGeom prst="rect">
            <a:avLst/>
          </a:prstGeom>
          <a:noFill/>
          <a:ln w="0">
            <a:noFill/>
            <a:prstDash val="solid"/>
          </a:ln>
        </p:spPr>
        <p:txBody>
          <a:bodyPr anchor="ctr"/>
          <a:lstStyle>
            <a:defPPr algn="l">
              <a:defRPr sz="1575" b="1">
                <a:solidFill>
                  <a:srgbClr val="F20D0D"/>
                </a:solidFill>
                <a:latin typeface="Arial" panose="020B0604020202020204"/>
                <a:ea typeface="Arial" panose="020B0604020202020204"/>
                <a:cs typeface="Arial" panose="020B0604020202020204"/>
              </a:defRPr>
            </a:defPPr>
            <a:lvl1pPr algn="l">
              <a:buNone/>
              <a:defRPr sz="1575" b="1">
                <a:solidFill>
                  <a:srgbClr val="F20D0D"/>
                </a:solidFill>
                <a:latin typeface="Arial" panose="020B0604020202020204"/>
                <a:ea typeface="Arial" panose="020B0604020202020204"/>
                <a:cs typeface="Arial" panose="020B0604020202020204"/>
              </a:defRPr>
            </a:lvl1pPr>
            <a:lvl2pPr algn="l">
              <a:buNone/>
              <a:defRPr sz="1575" b="1">
                <a:solidFill>
                  <a:srgbClr val="F20D0D"/>
                </a:solidFill>
                <a:latin typeface="Arial" panose="020B0604020202020204"/>
                <a:ea typeface="Arial" panose="020B0604020202020204"/>
                <a:cs typeface="Arial" panose="020B0604020202020204"/>
              </a:defRPr>
            </a:lvl2pPr>
            <a:lvl3pPr algn="l">
              <a:buNone/>
              <a:defRPr sz="1575" b="1">
                <a:solidFill>
                  <a:srgbClr val="F20D0D"/>
                </a:solidFill>
                <a:latin typeface="Arial" panose="020B0604020202020204"/>
                <a:ea typeface="Arial" panose="020B0604020202020204"/>
                <a:cs typeface="Arial" panose="020B0604020202020204"/>
              </a:defRPr>
            </a:lvl3pPr>
            <a:lvl4pPr algn="l">
              <a:buNone/>
              <a:defRPr sz="1575" b="1">
                <a:solidFill>
                  <a:srgbClr val="F20D0D"/>
                </a:solidFill>
                <a:latin typeface="Arial" panose="020B0604020202020204"/>
                <a:ea typeface="Arial" panose="020B0604020202020204"/>
                <a:cs typeface="Arial" panose="020B0604020202020204"/>
              </a:defRPr>
            </a:lvl4pPr>
            <a:lvl5pPr algn="l">
              <a:buNone/>
              <a:defRPr sz="1575" b="1">
                <a:solidFill>
                  <a:srgbClr val="F20D0D"/>
                </a:solidFill>
                <a:latin typeface="Arial" panose="020B0604020202020204"/>
                <a:ea typeface="Arial" panose="020B0604020202020204"/>
                <a:cs typeface="Arial" panose="020B0604020202020204"/>
              </a:defRPr>
            </a:lvl5pPr>
            <a:lvl6pPr algn="l">
              <a:buNone/>
              <a:defRPr sz="1575" b="1">
                <a:solidFill>
                  <a:srgbClr val="F20D0D"/>
                </a:solidFill>
                <a:latin typeface="Arial" panose="020B0604020202020204"/>
                <a:ea typeface="Arial" panose="020B0604020202020204"/>
                <a:cs typeface="Arial" panose="020B0604020202020204"/>
              </a:defRPr>
            </a:lvl6pPr>
            <a:lvl7pPr algn="l">
              <a:buNone/>
              <a:defRPr sz="1575" b="1">
                <a:solidFill>
                  <a:srgbClr val="F20D0D"/>
                </a:solidFill>
                <a:latin typeface="Arial" panose="020B0604020202020204"/>
                <a:ea typeface="Arial" panose="020B0604020202020204"/>
                <a:cs typeface="Arial" panose="020B0604020202020204"/>
              </a:defRPr>
            </a:lvl7pPr>
            <a:lvl8pPr algn="l">
              <a:buNone/>
              <a:defRPr sz="1575" b="1">
                <a:solidFill>
                  <a:srgbClr val="F20D0D"/>
                </a:solidFill>
                <a:latin typeface="Arial" panose="020B0604020202020204"/>
                <a:ea typeface="Arial" panose="020B0604020202020204"/>
                <a:cs typeface="Arial" panose="020B0604020202020204"/>
              </a:defRPr>
            </a:lvl8pPr>
            <a:lvl9pPr algn="l">
              <a:buNone/>
              <a:defRPr sz="1575" b="1">
                <a:solidFill>
                  <a:srgbClr val="F20D0D"/>
                </a:solidFill>
                <a:latin typeface="Arial" panose="020B0604020202020204"/>
                <a:ea typeface="Arial" panose="020B0604020202020204"/>
                <a:cs typeface="Arial" panose="020B0604020202020204"/>
              </a:defRPr>
            </a:lvl9pPr>
          </a:lstStyle>
          <a:p>
            <a:pPr algn="l">
              <a:buNone/>
              <a:defRPr sz="1575" b="1">
                <a:solidFill>
                  <a:srgbClr val="F20D0D"/>
                </a:solidFill>
                <a:latin typeface="Arial" panose="020B0604020202020204"/>
                <a:ea typeface="Arial" panose="020B0604020202020204"/>
                <a:cs typeface="Arial" panose="020B0604020202020204"/>
              </a:defRPr>
            </a:pPr>
            <a:r>
              <a:rPr sz="1575" b="1">
                <a:solidFill>
                  <a:srgbClr val="F20D0D"/>
                </a:solidFill>
                <a:latin typeface="Arial" panose="020B0604020202020204"/>
                <a:ea typeface="Arial" panose="020B0604020202020204"/>
                <a:cs typeface="Arial" panose="020B0604020202020204"/>
              </a:rPr>
              <a:t>SensorEvent</a:t>
            </a:r>
            <a:endParaRPr sz="1575" b="1">
              <a:solidFill>
                <a:srgbClr val="F20D0D"/>
              </a:solidFill>
              <a:latin typeface="Arial" panose="020B0604020202020204"/>
              <a:ea typeface="Arial" panose="020B0604020202020204"/>
              <a:cs typeface="Arial" panose="020B0604020202020204"/>
            </a:endParaRPr>
          </a:p>
        </p:txBody>
      </p:sp>
      <p:sp>
        <p:nvSpPr>
          <p:cNvPr id="24" name="Rectangle 23"/>
          <p:cNvSpPr>
            <a:spLocks noGrp="1"/>
          </p:cNvSpPr>
          <p:nvPr/>
        </p:nvSpPr>
        <p:spPr>
          <a:xfrm>
            <a:off x="695325" y="5324475"/>
            <a:ext cx="5067300" cy="447675"/>
          </a:xfrm>
          <a:prstGeom prst="rect">
            <a:avLst/>
          </a:prstGeom>
          <a:noFill/>
          <a:ln w="0">
            <a:noFill/>
            <a:prstDash val="solid"/>
          </a:ln>
        </p:spPr>
        <p:txBody>
          <a:bodyPr anchor="ctr"/>
          <a:lstStyle>
            <a:defPPr algn="l">
              <a:defRPr sz="1425" b="0">
                <a:solidFill>
                  <a:srgbClr val="111111"/>
                </a:solidFill>
                <a:latin typeface="Arial" panose="020B0604020202020204"/>
                <a:ea typeface="Arial" panose="020B0604020202020204"/>
                <a:cs typeface="Arial" panose="020B0604020202020204"/>
              </a:defRPr>
            </a:defPPr>
            <a:lvl1pPr algn="l">
              <a:buNone/>
              <a:defRPr sz="1425" b="0">
                <a:solidFill>
                  <a:srgbClr val="111111"/>
                </a:solidFill>
                <a:latin typeface="Arial" panose="020B0604020202020204"/>
                <a:ea typeface="Arial" panose="020B0604020202020204"/>
                <a:cs typeface="Arial" panose="020B0604020202020204"/>
              </a:defRPr>
            </a:lvl1pPr>
            <a:lvl2pPr algn="l">
              <a:buNone/>
              <a:defRPr sz="1425" b="0">
                <a:solidFill>
                  <a:srgbClr val="111111"/>
                </a:solidFill>
                <a:latin typeface="Arial" panose="020B0604020202020204"/>
                <a:ea typeface="Arial" panose="020B0604020202020204"/>
                <a:cs typeface="Arial" panose="020B0604020202020204"/>
              </a:defRPr>
            </a:lvl2pPr>
            <a:lvl3pPr algn="l">
              <a:buNone/>
              <a:defRPr sz="1425" b="0">
                <a:solidFill>
                  <a:srgbClr val="111111"/>
                </a:solidFill>
                <a:latin typeface="Arial" panose="020B0604020202020204"/>
                <a:ea typeface="Arial" panose="020B0604020202020204"/>
                <a:cs typeface="Arial" panose="020B0604020202020204"/>
              </a:defRPr>
            </a:lvl3pPr>
            <a:lvl4pPr algn="l">
              <a:buNone/>
              <a:defRPr sz="1425" b="0">
                <a:solidFill>
                  <a:srgbClr val="111111"/>
                </a:solidFill>
                <a:latin typeface="Arial" panose="020B0604020202020204"/>
                <a:ea typeface="Arial" panose="020B0604020202020204"/>
                <a:cs typeface="Arial" panose="020B0604020202020204"/>
              </a:defRPr>
            </a:lvl4pPr>
            <a:lvl5pPr algn="l">
              <a:buNone/>
              <a:defRPr sz="1425" b="0">
                <a:solidFill>
                  <a:srgbClr val="111111"/>
                </a:solidFill>
                <a:latin typeface="Arial" panose="020B0604020202020204"/>
                <a:ea typeface="Arial" panose="020B0604020202020204"/>
                <a:cs typeface="Arial" panose="020B0604020202020204"/>
              </a:defRPr>
            </a:lvl5pPr>
            <a:lvl6pPr algn="l">
              <a:buNone/>
              <a:defRPr sz="1425" b="0">
                <a:solidFill>
                  <a:srgbClr val="111111"/>
                </a:solidFill>
                <a:latin typeface="Arial" panose="020B0604020202020204"/>
                <a:ea typeface="Arial" panose="020B0604020202020204"/>
                <a:cs typeface="Arial" panose="020B0604020202020204"/>
              </a:defRPr>
            </a:lvl6pPr>
            <a:lvl7pPr algn="l">
              <a:buNone/>
              <a:defRPr sz="1425" b="0">
                <a:solidFill>
                  <a:srgbClr val="111111"/>
                </a:solidFill>
                <a:latin typeface="Arial" panose="020B0604020202020204"/>
                <a:ea typeface="Arial" panose="020B0604020202020204"/>
                <a:cs typeface="Arial" panose="020B0604020202020204"/>
              </a:defRPr>
            </a:lvl7pPr>
            <a:lvl8pPr algn="l">
              <a:buNone/>
              <a:defRPr sz="1425" b="0">
                <a:solidFill>
                  <a:srgbClr val="111111"/>
                </a:solidFill>
                <a:latin typeface="Arial" panose="020B0604020202020204"/>
                <a:ea typeface="Arial" panose="020B0604020202020204"/>
                <a:cs typeface="Arial" panose="020B0604020202020204"/>
              </a:defRPr>
            </a:lvl8pPr>
            <a:lvl9pPr algn="l">
              <a:buNone/>
              <a:defRPr sz="1425" b="0">
                <a:solidFill>
                  <a:srgbClr val="111111"/>
                </a:solidFill>
                <a:latin typeface="Arial" panose="020B0604020202020204"/>
                <a:ea typeface="Arial" panose="020B0604020202020204"/>
                <a:cs typeface="Arial" panose="020B0604020202020204"/>
              </a:defRPr>
            </a:lvl9pPr>
          </a:lstStyle>
          <a:p>
            <a:pPr algn="l">
              <a:buNone/>
              <a:defRPr sz="1425" b="0">
                <a:solidFill>
                  <a:srgbClr val="111111"/>
                </a:solidFill>
                <a:latin typeface="Arial" panose="020B0604020202020204"/>
                <a:ea typeface="Arial" panose="020B0604020202020204"/>
                <a:cs typeface="Arial" panose="020B0604020202020204"/>
              </a:defRPr>
            </a:pPr>
            <a:r>
              <a:rPr sz="1425" b="0">
                <a:solidFill>
                  <a:srgbClr val="111111"/>
                </a:solidFill>
                <a:latin typeface="Arial" panose="020B0604020202020204"/>
                <a:ea typeface="Arial" panose="020B0604020202020204"/>
                <a:cs typeface="Arial" panose="020B0604020202020204"/>
              </a:rPr>
              <a:t>event.values, loại cảm biến, accuracy và timestamp.</a:t>
            </a:r>
            <a:endParaRPr sz="1425" b="0">
              <a:solidFill>
                <a:srgbClr val="111111"/>
              </a:solidFill>
              <a:latin typeface="Arial" panose="020B0604020202020204"/>
              <a:ea typeface="Arial" panose="020B0604020202020204"/>
              <a:cs typeface="Arial" panose="020B0604020202020204"/>
            </a:endParaRPr>
          </a:p>
        </p:txBody>
      </p:sp>
      <p:sp>
        <p:nvSpPr>
          <p:cNvPr id="25" name="Rounded Rectangle 24"/>
          <p:cNvSpPr>
            <a:spLocks noGrp="1"/>
          </p:cNvSpPr>
          <p:nvPr/>
        </p:nvSpPr>
        <p:spPr>
          <a:xfrm>
            <a:off x="6229350" y="4857750"/>
            <a:ext cx="5429250" cy="1009650"/>
          </a:xfrm>
          <a:prstGeom prst="roundRect">
            <a:avLst>
              <a:gd name="adj" fmla="val 7547"/>
            </a:avLst>
          </a:prstGeom>
          <a:solidFill>
            <a:srgbClr val="FFFFFF"/>
          </a:solidFill>
          <a:ln w="9525">
            <a:solidFill>
              <a:srgbClr val="C9C9C9"/>
            </a:solidFill>
            <a:prstDash val="solid"/>
          </a:ln>
        </p:spPr>
      </p:sp>
      <p:sp>
        <p:nvSpPr>
          <p:cNvPr id="26" name="Rectangle 25"/>
          <p:cNvSpPr>
            <a:spLocks noGrp="1"/>
          </p:cNvSpPr>
          <p:nvPr/>
        </p:nvSpPr>
        <p:spPr>
          <a:xfrm>
            <a:off x="6400800" y="4962525"/>
            <a:ext cx="5067300" cy="352425"/>
          </a:xfrm>
          <a:prstGeom prst="rect">
            <a:avLst/>
          </a:prstGeom>
          <a:noFill/>
          <a:ln w="0">
            <a:noFill/>
            <a:prstDash val="solid"/>
          </a:ln>
        </p:spPr>
        <p:txBody>
          <a:bodyPr anchor="ctr"/>
          <a:lstStyle>
            <a:defPPr algn="l">
              <a:defRPr sz="1575" b="1">
                <a:solidFill>
                  <a:srgbClr val="F20D0D"/>
                </a:solidFill>
                <a:latin typeface="Arial" panose="020B0604020202020204"/>
                <a:ea typeface="Arial" panose="020B0604020202020204"/>
                <a:cs typeface="Arial" panose="020B0604020202020204"/>
              </a:defRPr>
            </a:defPPr>
            <a:lvl1pPr algn="l">
              <a:buNone/>
              <a:defRPr sz="1575" b="1">
                <a:solidFill>
                  <a:srgbClr val="F20D0D"/>
                </a:solidFill>
                <a:latin typeface="Arial" panose="020B0604020202020204"/>
                <a:ea typeface="Arial" panose="020B0604020202020204"/>
                <a:cs typeface="Arial" panose="020B0604020202020204"/>
              </a:defRPr>
            </a:lvl1pPr>
            <a:lvl2pPr algn="l">
              <a:buNone/>
              <a:defRPr sz="1575" b="1">
                <a:solidFill>
                  <a:srgbClr val="F20D0D"/>
                </a:solidFill>
                <a:latin typeface="Arial" panose="020B0604020202020204"/>
                <a:ea typeface="Arial" panose="020B0604020202020204"/>
                <a:cs typeface="Arial" panose="020B0604020202020204"/>
              </a:defRPr>
            </a:lvl2pPr>
            <a:lvl3pPr algn="l">
              <a:buNone/>
              <a:defRPr sz="1575" b="1">
                <a:solidFill>
                  <a:srgbClr val="F20D0D"/>
                </a:solidFill>
                <a:latin typeface="Arial" panose="020B0604020202020204"/>
                <a:ea typeface="Arial" panose="020B0604020202020204"/>
                <a:cs typeface="Arial" panose="020B0604020202020204"/>
              </a:defRPr>
            </a:lvl3pPr>
            <a:lvl4pPr algn="l">
              <a:buNone/>
              <a:defRPr sz="1575" b="1">
                <a:solidFill>
                  <a:srgbClr val="F20D0D"/>
                </a:solidFill>
                <a:latin typeface="Arial" panose="020B0604020202020204"/>
                <a:ea typeface="Arial" panose="020B0604020202020204"/>
                <a:cs typeface="Arial" panose="020B0604020202020204"/>
              </a:defRPr>
            </a:lvl4pPr>
            <a:lvl5pPr algn="l">
              <a:buNone/>
              <a:defRPr sz="1575" b="1">
                <a:solidFill>
                  <a:srgbClr val="F20D0D"/>
                </a:solidFill>
                <a:latin typeface="Arial" panose="020B0604020202020204"/>
                <a:ea typeface="Arial" panose="020B0604020202020204"/>
                <a:cs typeface="Arial" panose="020B0604020202020204"/>
              </a:defRPr>
            </a:lvl5pPr>
            <a:lvl6pPr algn="l">
              <a:buNone/>
              <a:defRPr sz="1575" b="1">
                <a:solidFill>
                  <a:srgbClr val="F20D0D"/>
                </a:solidFill>
                <a:latin typeface="Arial" panose="020B0604020202020204"/>
                <a:ea typeface="Arial" panose="020B0604020202020204"/>
                <a:cs typeface="Arial" panose="020B0604020202020204"/>
              </a:defRPr>
            </a:lvl6pPr>
            <a:lvl7pPr algn="l">
              <a:buNone/>
              <a:defRPr sz="1575" b="1">
                <a:solidFill>
                  <a:srgbClr val="F20D0D"/>
                </a:solidFill>
                <a:latin typeface="Arial" panose="020B0604020202020204"/>
                <a:ea typeface="Arial" panose="020B0604020202020204"/>
                <a:cs typeface="Arial" panose="020B0604020202020204"/>
              </a:defRPr>
            </a:lvl7pPr>
            <a:lvl8pPr algn="l">
              <a:buNone/>
              <a:defRPr sz="1575" b="1">
                <a:solidFill>
                  <a:srgbClr val="F20D0D"/>
                </a:solidFill>
                <a:latin typeface="Arial" panose="020B0604020202020204"/>
                <a:ea typeface="Arial" panose="020B0604020202020204"/>
                <a:cs typeface="Arial" panose="020B0604020202020204"/>
              </a:defRPr>
            </a:lvl8pPr>
            <a:lvl9pPr algn="l">
              <a:buNone/>
              <a:defRPr sz="1575" b="1">
                <a:solidFill>
                  <a:srgbClr val="F20D0D"/>
                </a:solidFill>
                <a:latin typeface="Arial" panose="020B0604020202020204"/>
                <a:ea typeface="Arial" panose="020B0604020202020204"/>
                <a:cs typeface="Arial" panose="020B0604020202020204"/>
              </a:defRPr>
            </a:lvl9pPr>
          </a:lstStyle>
          <a:p>
            <a:pPr algn="l">
              <a:buNone/>
              <a:defRPr sz="1575" b="1">
                <a:solidFill>
                  <a:srgbClr val="F20D0D"/>
                </a:solidFill>
                <a:latin typeface="Arial" panose="020B0604020202020204"/>
                <a:ea typeface="Arial" panose="020B0604020202020204"/>
                <a:cs typeface="Arial" panose="020B0604020202020204"/>
              </a:defRPr>
            </a:pPr>
            <a:r>
              <a:rPr sz="1575" b="1">
                <a:solidFill>
                  <a:srgbClr val="F20D0D"/>
                </a:solidFill>
                <a:latin typeface="Arial" panose="020B0604020202020204"/>
                <a:ea typeface="Arial" panose="020B0604020202020204"/>
                <a:cs typeface="Arial" panose="020B0604020202020204"/>
              </a:rPr>
              <a:t>SensorEventListener</a:t>
            </a:r>
            <a:endParaRPr sz="1575" b="1">
              <a:solidFill>
                <a:srgbClr val="F20D0D"/>
              </a:solidFill>
              <a:latin typeface="Arial" panose="020B0604020202020204"/>
              <a:ea typeface="Arial" panose="020B0604020202020204"/>
              <a:cs typeface="Arial" panose="020B0604020202020204"/>
            </a:endParaRPr>
          </a:p>
        </p:txBody>
      </p:sp>
      <p:sp>
        <p:nvSpPr>
          <p:cNvPr id="27" name="Rectangle 26"/>
          <p:cNvSpPr>
            <a:spLocks noGrp="1"/>
          </p:cNvSpPr>
          <p:nvPr/>
        </p:nvSpPr>
        <p:spPr>
          <a:xfrm>
            <a:off x="6400800" y="5324475"/>
            <a:ext cx="5067300" cy="447675"/>
          </a:xfrm>
          <a:prstGeom prst="rect">
            <a:avLst/>
          </a:prstGeom>
          <a:noFill/>
          <a:ln w="0">
            <a:noFill/>
            <a:prstDash val="solid"/>
          </a:ln>
        </p:spPr>
        <p:txBody>
          <a:bodyPr anchor="ctr"/>
          <a:lstStyle>
            <a:defPPr algn="l">
              <a:defRPr sz="1425" b="0">
                <a:solidFill>
                  <a:srgbClr val="111111"/>
                </a:solidFill>
                <a:latin typeface="Arial" panose="020B0604020202020204"/>
                <a:ea typeface="Arial" panose="020B0604020202020204"/>
                <a:cs typeface="Arial" panose="020B0604020202020204"/>
              </a:defRPr>
            </a:defPPr>
            <a:lvl1pPr algn="l">
              <a:buNone/>
              <a:defRPr sz="1425" b="0">
                <a:solidFill>
                  <a:srgbClr val="111111"/>
                </a:solidFill>
                <a:latin typeface="Arial" panose="020B0604020202020204"/>
                <a:ea typeface="Arial" panose="020B0604020202020204"/>
                <a:cs typeface="Arial" panose="020B0604020202020204"/>
              </a:defRPr>
            </a:lvl1pPr>
            <a:lvl2pPr algn="l">
              <a:buNone/>
              <a:defRPr sz="1425" b="0">
                <a:solidFill>
                  <a:srgbClr val="111111"/>
                </a:solidFill>
                <a:latin typeface="Arial" panose="020B0604020202020204"/>
                <a:ea typeface="Arial" panose="020B0604020202020204"/>
                <a:cs typeface="Arial" panose="020B0604020202020204"/>
              </a:defRPr>
            </a:lvl2pPr>
            <a:lvl3pPr algn="l">
              <a:buNone/>
              <a:defRPr sz="1425" b="0">
                <a:solidFill>
                  <a:srgbClr val="111111"/>
                </a:solidFill>
                <a:latin typeface="Arial" panose="020B0604020202020204"/>
                <a:ea typeface="Arial" panose="020B0604020202020204"/>
                <a:cs typeface="Arial" panose="020B0604020202020204"/>
              </a:defRPr>
            </a:lvl3pPr>
            <a:lvl4pPr algn="l">
              <a:buNone/>
              <a:defRPr sz="1425" b="0">
                <a:solidFill>
                  <a:srgbClr val="111111"/>
                </a:solidFill>
                <a:latin typeface="Arial" panose="020B0604020202020204"/>
                <a:ea typeface="Arial" panose="020B0604020202020204"/>
                <a:cs typeface="Arial" panose="020B0604020202020204"/>
              </a:defRPr>
            </a:lvl4pPr>
            <a:lvl5pPr algn="l">
              <a:buNone/>
              <a:defRPr sz="1425" b="0">
                <a:solidFill>
                  <a:srgbClr val="111111"/>
                </a:solidFill>
                <a:latin typeface="Arial" panose="020B0604020202020204"/>
                <a:ea typeface="Arial" panose="020B0604020202020204"/>
                <a:cs typeface="Arial" panose="020B0604020202020204"/>
              </a:defRPr>
            </a:lvl5pPr>
            <a:lvl6pPr algn="l">
              <a:buNone/>
              <a:defRPr sz="1425" b="0">
                <a:solidFill>
                  <a:srgbClr val="111111"/>
                </a:solidFill>
                <a:latin typeface="Arial" panose="020B0604020202020204"/>
                <a:ea typeface="Arial" panose="020B0604020202020204"/>
                <a:cs typeface="Arial" panose="020B0604020202020204"/>
              </a:defRPr>
            </a:lvl6pPr>
            <a:lvl7pPr algn="l">
              <a:buNone/>
              <a:defRPr sz="1425" b="0">
                <a:solidFill>
                  <a:srgbClr val="111111"/>
                </a:solidFill>
                <a:latin typeface="Arial" panose="020B0604020202020204"/>
                <a:ea typeface="Arial" panose="020B0604020202020204"/>
                <a:cs typeface="Arial" panose="020B0604020202020204"/>
              </a:defRPr>
            </a:lvl7pPr>
            <a:lvl8pPr algn="l">
              <a:buNone/>
              <a:defRPr sz="1425" b="0">
                <a:solidFill>
                  <a:srgbClr val="111111"/>
                </a:solidFill>
                <a:latin typeface="Arial" panose="020B0604020202020204"/>
                <a:ea typeface="Arial" panose="020B0604020202020204"/>
                <a:cs typeface="Arial" panose="020B0604020202020204"/>
              </a:defRPr>
            </a:lvl8pPr>
            <a:lvl9pPr algn="l">
              <a:buNone/>
              <a:defRPr sz="1425" b="0">
                <a:solidFill>
                  <a:srgbClr val="111111"/>
                </a:solidFill>
                <a:latin typeface="Arial" panose="020B0604020202020204"/>
                <a:ea typeface="Arial" panose="020B0604020202020204"/>
                <a:cs typeface="Arial" panose="020B0604020202020204"/>
              </a:defRPr>
            </a:lvl9pPr>
          </a:lstStyle>
          <a:p>
            <a:pPr algn="l">
              <a:buNone/>
              <a:defRPr sz="1425" b="0">
                <a:solidFill>
                  <a:srgbClr val="111111"/>
                </a:solidFill>
                <a:latin typeface="Arial" panose="020B0604020202020204"/>
                <a:ea typeface="Arial" panose="020B0604020202020204"/>
                <a:cs typeface="Arial" panose="020B0604020202020204"/>
              </a:defRPr>
            </a:pPr>
            <a:r>
              <a:rPr sz="1425" b="0">
                <a:solidFill>
                  <a:srgbClr val="111111"/>
                </a:solidFill>
                <a:latin typeface="Arial" panose="020B0604020202020204"/>
                <a:ea typeface="Arial" panose="020B0604020202020204"/>
                <a:cs typeface="Arial" panose="020B0604020202020204"/>
              </a:rPr>
              <a:t>Callback: onSensorChanged(), onAccuracyChanged().</a:t>
            </a:r>
            <a:endParaRPr sz="1425" b="0">
              <a:solidFill>
                <a:srgbClr val="111111"/>
              </a:solidFill>
              <a:latin typeface="Arial" panose="020B0604020202020204"/>
              <a:ea typeface="Arial" panose="020B0604020202020204"/>
              <a:cs typeface="Arial" panose="020B060402020202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40" name="Rectangle 39"/>
          <p:cNvSpPr>
            <a:spLocks noGrp="1"/>
          </p:cNvSpPr>
          <p:nvPr/>
        </p:nvSpPr>
        <p:spPr>
          <a:xfrm>
            <a:off x="342900" y="152400"/>
            <a:ext cx="11401425" cy="466725"/>
          </a:xfrm>
          <a:prstGeom prst="rect">
            <a:avLst/>
          </a:prstGeom>
          <a:noFill/>
          <a:ln w="0">
            <a:noFill/>
            <a:prstDash val="solid"/>
          </a:ln>
        </p:spPr>
        <p:txBody>
          <a:bodyPr anchor="ctr"/>
          <a:lstStyle>
            <a:defPPr algn="l">
              <a:defRPr sz="2175" b="1">
                <a:solidFill>
                  <a:srgbClr val="111111"/>
                </a:solidFill>
                <a:latin typeface="Arial" panose="020B0604020202020204"/>
                <a:ea typeface="Arial" panose="020B0604020202020204"/>
                <a:cs typeface="Arial" panose="020B0604020202020204"/>
              </a:defRPr>
            </a:defPPr>
            <a:lvl1pPr algn="l">
              <a:buNone/>
              <a:defRPr sz="2175" b="1">
                <a:solidFill>
                  <a:srgbClr val="111111"/>
                </a:solidFill>
                <a:latin typeface="Arial" panose="020B0604020202020204"/>
                <a:ea typeface="Arial" panose="020B0604020202020204"/>
                <a:cs typeface="Arial" panose="020B0604020202020204"/>
              </a:defRPr>
            </a:lvl1pPr>
            <a:lvl2pPr algn="l">
              <a:buNone/>
              <a:defRPr sz="2175" b="1">
                <a:solidFill>
                  <a:srgbClr val="111111"/>
                </a:solidFill>
                <a:latin typeface="Arial" panose="020B0604020202020204"/>
                <a:ea typeface="Arial" panose="020B0604020202020204"/>
                <a:cs typeface="Arial" panose="020B0604020202020204"/>
              </a:defRPr>
            </a:lvl2pPr>
            <a:lvl3pPr algn="l">
              <a:buNone/>
              <a:defRPr sz="2175" b="1">
                <a:solidFill>
                  <a:srgbClr val="111111"/>
                </a:solidFill>
                <a:latin typeface="Arial" panose="020B0604020202020204"/>
                <a:ea typeface="Arial" panose="020B0604020202020204"/>
                <a:cs typeface="Arial" panose="020B0604020202020204"/>
              </a:defRPr>
            </a:lvl3pPr>
            <a:lvl4pPr algn="l">
              <a:buNone/>
              <a:defRPr sz="2175" b="1">
                <a:solidFill>
                  <a:srgbClr val="111111"/>
                </a:solidFill>
                <a:latin typeface="Arial" panose="020B0604020202020204"/>
                <a:ea typeface="Arial" panose="020B0604020202020204"/>
                <a:cs typeface="Arial" panose="020B0604020202020204"/>
              </a:defRPr>
            </a:lvl4pPr>
            <a:lvl5pPr algn="l">
              <a:buNone/>
              <a:defRPr sz="2175" b="1">
                <a:solidFill>
                  <a:srgbClr val="111111"/>
                </a:solidFill>
                <a:latin typeface="Arial" panose="020B0604020202020204"/>
                <a:ea typeface="Arial" panose="020B0604020202020204"/>
                <a:cs typeface="Arial" panose="020B0604020202020204"/>
              </a:defRPr>
            </a:lvl5pPr>
            <a:lvl6pPr algn="l">
              <a:buNone/>
              <a:defRPr sz="2175" b="1">
                <a:solidFill>
                  <a:srgbClr val="111111"/>
                </a:solidFill>
                <a:latin typeface="Arial" panose="020B0604020202020204"/>
                <a:ea typeface="Arial" panose="020B0604020202020204"/>
                <a:cs typeface="Arial" panose="020B0604020202020204"/>
              </a:defRPr>
            </a:lvl6pPr>
            <a:lvl7pPr algn="l">
              <a:buNone/>
              <a:defRPr sz="2175" b="1">
                <a:solidFill>
                  <a:srgbClr val="111111"/>
                </a:solidFill>
                <a:latin typeface="Arial" panose="020B0604020202020204"/>
                <a:ea typeface="Arial" panose="020B0604020202020204"/>
                <a:cs typeface="Arial" panose="020B0604020202020204"/>
              </a:defRPr>
            </a:lvl7pPr>
            <a:lvl8pPr algn="l">
              <a:buNone/>
              <a:defRPr sz="2175" b="1">
                <a:solidFill>
                  <a:srgbClr val="111111"/>
                </a:solidFill>
                <a:latin typeface="Arial" panose="020B0604020202020204"/>
                <a:ea typeface="Arial" panose="020B0604020202020204"/>
                <a:cs typeface="Arial" panose="020B0604020202020204"/>
              </a:defRPr>
            </a:lvl8pPr>
            <a:lvl9pPr algn="l">
              <a:buNone/>
              <a:defRPr sz="2175" b="1">
                <a:solidFill>
                  <a:srgbClr val="111111"/>
                </a:solidFill>
                <a:latin typeface="Arial" panose="020B0604020202020204"/>
                <a:ea typeface="Arial" panose="020B0604020202020204"/>
                <a:cs typeface="Arial" panose="020B0604020202020204"/>
              </a:defRPr>
            </a:lvl9pPr>
          </a:lstStyle>
          <a:p>
            <a:pPr algn="l">
              <a:buNone/>
              <a:defRPr sz="2175" b="1">
                <a:solidFill>
                  <a:srgbClr val="111111"/>
                </a:solidFill>
                <a:latin typeface="Arial" panose="020B0604020202020204"/>
                <a:ea typeface="Arial" panose="020B0604020202020204"/>
                <a:cs typeface="Arial" panose="020B0604020202020204"/>
              </a:defRPr>
            </a:pPr>
            <a:r>
              <a:rPr sz="2175" b="1">
                <a:solidFill>
                  <a:srgbClr val="111111"/>
                </a:solidFill>
                <a:latin typeface="Arial" panose="020B0604020202020204"/>
                <a:ea typeface="Arial" panose="020B0604020202020204"/>
                <a:cs typeface="Arial" panose="020B0604020202020204"/>
              </a:rPr>
              <a:t>2. Luồng hoạt động của Android Sensor Framework</a:t>
            </a:r>
            <a:endParaRPr sz="2175" b="1">
              <a:solidFill>
                <a:srgbClr val="111111"/>
              </a:solidFill>
              <a:latin typeface="Arial" panose="020B0604020202020204"/>
              <a:ea typeface="Arial" panose="020B0604020202020204"/>
              <a:cs typeface="Arial" panose="020B0604020202020204"/>
            </a:endParaRPr>
          </a:p>
        </p:txBody>
      </p:sp>
      <p:sp>
        <p:nvSpPr>
          <p:cNvPr id="2" name="Rectangle 1"/>
          <p:cNvSpPr>
            <a:spLocks noGrp="1"/>
          </p:cNvSpPr>
          <p:nvPr/>
        </p:nvSpPr>
        <p:spPr>
          <a:xfrm>
            <a:off x="0" y="666750"/>
            <a:ext cx="12192000" cy="95250"/>
          </a:xfrm>
          <a:prstGeom prst="rect">
            <a:avLst/>
          </a:prstGeom>
          <a:solidFill>
            <a:srgbClr val="4E8DF6"/>
          </a:solidFill>
          <a:ln w="9525">
            <a:solidFill>
              <a:srgbClr val="4E8DF6"/>
            </a:solidFill>
            <a:prstDash val="solid"/>
          </a:ln>
        </p:spPr>
      </p:sp>
      <p:sp>
        <p:nvSpPr>
          <p:cNvPr id="41" name="Rounded Rectangle 40"/>
          <p:cNvSpPr>
            <a:spLocks noGrp="1"/>
          </p:cNvSpPr>
          <p:nvPr/>
        </p:nvSpPr>
        <p:spPr>
          <a:xfrm>
            <a:off x="1409700" y="1057275"/>
            <a:ext cx="10096500" cy="723900"/>
          </a:xfrm>
          <a:prstGeom prst="roundRect">
            <a:avLst>
              <a:gd name="adj" fmla="val 18421"/>
            </a:avLst>
          </a:prstGeom>
          <a:solidFill>
            <a:srgbClr val="F2F6FF"/>
          </a:solidFill>
          <a:ln w="14288">
            <a:solidFill>
              <a:srgbClr val="A9BFE8"/>
            </a:solidFill>
            <a:prstDash val="solid"/>
          </a:ln>
        </p:spPr>
      </p:sp>
      <p:sp>
        <p:nvSpPr>
          <p:cNvPr id="42" name="Oval 41"/>
          <p:cNvSpPr>
            <a:spLocks noGrp="1"/>
          </p:cNvSpPr>
          <p:nvPr/>
        </p:nvSpPr>
        <p:spPr>
          <a:xfrm>
            <a:off x="638175" y="1123950"/>
            <a:ext cx="571500" cy="571500"/>
          </a:xfrm>
          <a:prstGeom prst="ellipse">
            <a:avLst/>
          </a:prstGeom>
          <a:solidFill>
            <a:srgbClr val="4E8DF6"/>
          </a:solidFill>
          <a:ln w="9525">
            <a:solidFill>
              <a:srgbClr val="4E8DF6"/>
            </a:solidFill>
            <a:prstDash val="solid"/>
          </a:ln>
        </p:spPr>
      </p:sp>
      <p:sp>
        <p:nvSpPr>
          <p:cNvPr id="43" name="Rectangle 42"/>
          <p:cNvSpPr>
            <a:spLocks noGrp="1"/>
          </p:cNvSpPr>
          <p:nvPr/>
        </p:nvSpPr>
        <p:spPr>
          <a:xfrm>
            <a:off x="809625" y="1257300"/>
            <a:ext cx="238125" cy="266700"/>
          </a:xfrm>
          <a:prstGeom prst="rect">
            <a:avLst/>
          </a:prstGeom>
          <a:noFill/>
          <a:ln w="0">
            <a:noFill/>
            <a:prstDash val="solid"/>
          </a:ln>
        </p:spPr>
        <p:txBody>
          <a:bodyPr lIns="0" tIns="0" rIns="0" bIns="0"/>
          <a:lstStyle>
            <a:defPPr>
              <a:defRPr sz="1800" b="1">
                <a:solidFill>
                  <a:srgbClr val="FFFFFF"/>
                </a:solidFill>
                <a:latin typeface="Arial" panose="020B0604020202020204"/>
                <a:ea typeface="Arial" panose="020B0604020202020204"/>
                <a:cs typeface="Arial" panose="020B0604020202020204"/>
              </a:defRPr>
            </a:defPPr>
            <a:lvl1pPr>
              <a:defRPr sz="1800" b="1">
                <a:solidFill>
                  <a:srgbClr val="FFFFFF"/>
                </a:solidFill>
                <a:latin typeface="Arial" panose="020B0604020202020204"/>
                <a:ea typeface="Arial" panose="020B0604020202020204"/>
                <a:cs typeface="Arial" panose="020B0604020202020204"/>
              </a:defRPr>
            </a:lvl1pPr>
            <a:lvl2pPr>
              <a:defRPr sz="1800" b="1">
                <a:solidFill>
                  <a:srgbClr val="FFFFFF"/>
                </a:solidFill>
                <a:latin typeface="Arial" panose="020B0604020202020204"/>
                <a:ea typeface="Arial" panose="020B0604020202020204"/>
                <a:cs typeface="Arial" panose="020B0604020202020204"/>
              </a:defRPr>
            </a:lvl2pPr>
            <a:lvl3pPr>
              <a:defRPr sz="1800" b="1">
                <a:solidFill>
                  <a:srgbClr val="FFFFFF"/>
                </a:solidFill>
                <a:latin typeface="Arial" panose="020B0604020202020204"/>
                <a:ea typeface="Arial" panose="020B0604020202020204"/>
                <a:cs typeface="Arial" panose="020B0604020202020204"/>
              </a:defRPr>
            </a:lvl3pPr>
            <a:lvl4pPr>
              <a:defRPr sz="1800" b="1">
                <a:solidFill>
                  <a:srgbClr val="FFFFFF"/>
                </a:solidFill>
                <a:latin typeface="Arial" panose="020B0604020202020204"/>
                <a:ea typeface="Arial" panose="020B0604020202020204"/>
                <a:cs typeface="Arial" panose="020B0604020202020204"/>
              </a:defRPr>
            </a:lvl4pPr>
            <a:lvl5pPr>
              <a:defRPr sz="1800" b="1">
                <a:solidFill>
                  <a:srgbClr val="FFFFFF"/>
                </a:solidFill>
                <a:latin typeface="Arial" panose="020B0604020202020204"/>
                <a:ea typeface="Arial" panose="020B0604020202020204"/>
                <a:cs typeface="Arial" panose="020B0604020202020204"/>
              </a:defRPr>
            </a:lvl5pPr>
            <a:lvl6pPr>
              <a:defRPr sz="1800" b="1">
                <a:solidFill>
                  <a:srgbClr val="FFFFFF"/>
                </a:solidFill>
                <a:latin typeface="Arial" panose="020B0604020202020204"/>
                <a:ea typeface="Arial" panose="020B0604020202020204"/>
                <a:cs typeface="Arial" panose="020B0604020202020204"/>
              </a:defRPr>
            </a:lvl6pPr>
            <a:lvl7pPr>
              <a:defRPr sz="1800" b="1">
                <a:solidFill>
                  <a:srgbClr val="FFFFFF"/>
                </a:solidFill>
                <a:latin typeface="Arial" panose="020B0604020202020204"/>
                <a:ea typeface="Arial" panose="020B0604020202020204"/>
                <a:cs typeface="Arial" panose="020B0604020202020204"/>
              </a:defRPr>
            </a:lvl7pPr>
            <a:lvl8pPr>
              <a:defRPr sz="1800" b="1">
                <a:solidFill>
                  <a:srgbClr val="FFFFFF"/>
                </a:solidFill>
                <a:latin typeface="Arial" panose="020B0604020202020204"/>
                <a:ea typeface="Arial" panose="020B0604020202020204"/>
                <a:cs typeface="Arial" panose="020B0604020202020204"/>
              </a:defRPr>
            </a:lvl8pPr>
            <a:lvl9pPr>
              <a:defRPr sz="1800" b="1">
                <a:solidFill>
                  <a:srgbClr val="FFFFFF"/>
                </a:solidFill>
                <a:latin typeface="Arial" panose="020B0604020202020204"/>
                <a:ea typeface="Arial" panose="020B0604020202020204"/>
                <a:cs typeface="Arial" panose="020B0604020202020204"/>
              </a:defRPr>
            </a:lvl9pPr>
          </a:lstStyle>
          <a:p>
            <a:pPr>
              <a:defRPr sz="1800" b="1">
                <a:solidFill>
                  <a:srgbClr val="FFFFFF"/>
                </a:solidFill>
                <a:latin typeface="Arial" panose="020B0604020202020204"/>
                <a:ea typeface="Arial" panose="020B0604020202020204"/>
                <a:cs typeface="Arial" panose="020B0604020202020204"/>
              </a:defRPr>
            </a:pPr>
            <a:r>
              <a:rPr sz="1800" b="1">
                <a:solidFill>
                  <a:srgbClr val="FFFFFF"/>
                </a:solidFill>
                <a:latin typeface="Arial" panose="020B0604020202020204"/>
                <a:ea typeface="Arial" panose="020B0604020202020204"/>
                <a:cs typeface="Arial" panose="020B0604020202020204"/>
              </a:rPr>
              <a:t>1</a:t>
            </a:r>
            <a:endParaRPr sz="1800" b="1">
              <a:solidFill>
                <a:srgbClr val="FFFFFF"/>
              </a:solidFill>
              <a:latin typeface="Arial" panose="020B0604020202020204"/>
              <a:ea typeface="Arial" panose="020B0604020202020204"/>
              <a:cs typeface="Arial" panose="020B0604020202020204"/>
            </a:endParaRPr>
          </a:p>
        </p:txBody>
      </p:sp>
      <p:sp>
        <p:nvSpPr>
          <p:cNvPr id="44" name="Rectangle 43"/>
          <p:cNvSpPr>
            <a:spLocks noGrp="1"/>
          </p:cNvSpPr>
          <p:nvPr/>
        </p:nvSpPr>
        <p:spPr>
          <a:xfrm>
            <a:off x="1657350" y="1152525"/>
            <a:ext cx="2428875" cy="247650"/>
          </a:xfrm>
          <a:prstGeom prst="rect">
            <a:avLst/>
          </a:prstGeom>
          <a:noFill/>
          <a:ln w="0">
            <a:noFill/>
            <a:prstDash val="solid"/>
          </a:ln>
        </p:spPr>
        <p:txBody>
          <a:bodyPr lIns="0" tIns="0" rIns="0" bIns="0"/>
          <a:lstStyle>
            <a:defPPr>
              <a:defRPr sz="1650" b="1">
                <a:solidFill>
                  <a:srgbClr val="F20D0D"/>
                </a:solidFill>
                <a:latin typeface="Arial" panose="020B0604020202020204"/>
                <a:ea typeface="Arial" panose="020B0604020202020204"/>
                <a:cs typeface="Arial" panose="020B0604020202020204"/>
              </a:defRPr>
            </a:defPPr>
            <a:lvl1pPr>
              <a:defRPr sz="1650" b="1">
                <a:solidFill>
                  <a:srgbClr val="F20D0D"/>
                </a:solidFill>
                <a:latin typeface="Arial" panose="020B0604020202020204"/>
                <a:ea typeface="Arial" panose="020B0604020202020204"/>
                <a:cs typeface="Arial" panose="020B0604020202020204"/>
              </a:defRPr>
            </a:lvl1pPr>
            <a:lvl2pPr>
              <a:defRPr sz="1650" b="1">
                <a:solidFill>
                  <a:srgbClr val="F20D0D"/>
                </a:solidFill>
                <a:latin typeface="Arial" panose="020B0604020202020204"/>
                <a:ea typeface="Arial" panose="020B0604020202020204"/>
                <a:cs typeface="Arial" panose="020B0604020202020204"/>
              </a:defRPr>
            </a:lvl2pPr>
            <a:lvl3pPr>
              <a:defRPr sz="1650" b="1">
                <a:solidFill>
                  <a:srgbClr val="F20D0D"/>
                </a:solidFill>
                <a:latin typeface="Arial" panose="020B0604020202020204"/>
                <a:ea typeface="Arial" panose="020B0604020202020204"/>
                <a:cs typeface="Arial" panose="020B0604020202020204"/>
              </a:defRPr>
            </a:lvl3pPr>
            <a:lvl4pPr>
              <a:defRPr sz="1650" b="1">
                <a:solidFill>
                  <a:srgbClr val="F20D0D"/>
                </a:solidFill>
                <a:latin typeface="Arial" panose="020B0604020202020204"/>
                <a:ea typeface="Arial" panose="020B0604020202020204"/>
                <a:cs typeface="Arial" panose="020B0604020202020204"/>
              </a:defRPr>
            </a:lvl4pPr>
            <a:lvl5pPr>
              <a:defRPr sz="1650" b="1">
                <a:solidFill>
                  <a:srgbClr val="F20D0D"/>
                </a:solidFill>
                <a:latin typeface="Arial" panose="020B0604020202020204"/>
                <a:ea typeface="Arial" panose="020B0604020202020204"/>
                <a:cs typeface="Arial" panose="020B0604020202020204"/>
              </a:defRPr>
            </a:lvl5pPr>
            <a:lvl6pPr>
              <a:defRPr sz="1650" b="1">
                <a:solidFill>
                  <a:srgbClr val="F20D0D"/>
                </a:solidFill>
                <a:latin typeface="Arial" panose="020B0604020202020204"/>
                <a:ea typeface="Arial" panose="020B0604020202020204"/>
                <a:cs typeface="Arial" panose="020B0604020202020204"/>
              </a:defRPr>
            </a:lvl6pPr>
            <a:lvl7pPr>
              <a:defRPr sz="1650" b="1">
                <a:solidFill>
                  <a:srgbClr val="F20D0D"/>
                </a:solidFill>
                <a:latin typeface="Arial" panose="020B0604020202020204"/>
                <a:ea typeface="Arial" panose="020B0604020202020204"/>
                <a:cs typeface="Arial" panose="020B0604020202020204"/>
              </a:defRPr>
            </a:lvl7pPr>
            <a:lvl8pPr>
              <a:defRPr sz="1650" b="1">
                <a:solidFill>
                  <a:srgbClr val="F20D0D"/>
                </a:solidFill>
                <a:latin typeface="Arial" panose="020B0604020202020204"/>
                <a:ea typeface="Arial" panose="020B0604020202020204"/>
                <a:cs typeface="Arial" panose="020B0604020202020204"/>
              </a:defRPr>
            </a:lvl8pPr>
            <a:lvl9pPr>
              <a:defRPr sz="1650" b="1">
                <a:solidFill>
                  <a:srgbClr val="F20D0D"/>
                </a:solidFill>
                <a:latin typeface="Arial" panose="020B0604020202020204"/>
                <a:ea typeface="Arial" panose="020B0604020202020204"/>
                <a:cs typeface="Arial" panose="020B0604020202020204"/>
              </a:defRPr>
            </a:lvl9pPr>
          </a:lstStyle>
          <a:p>
            <a:pPr>
              <a:defRPr sz="1650" b="1">
                <a:solidFill>
                  <a:srgbClr val="F20D0D"/>
                </a:solidFill>
                <a:latin typeface="Arial" panose="020B0604020202020204"/>
                <a:ea typeface="Arial" panose="020B0604020202020204"/>
                <a:cs typeface="Arial" panose="020B0604020202020204"/>
              </a:defRPr>
            </a:pPr>
            <a:r>
              <a:rPr sz="1650" b="1">
                <a:solidFill>
                  <a:srgbClr val="F20D0D"/>
                </a:solidFill>
                <a:latin typeface="Arial" panose="020B0604020202020204"/>
                <a:ea typeface="Arial" panose="020B0604020202020204"/>
                <a:cs typeface="Arial" panose="020B0604020202020204"/>
              </a:rPr>
              <a:t>Khởi tạo</a:t>
            </a:r>
            <a:endParaRPr sz="1650" b="1">
              <a:solidFill>
                <a:srgbClr val="F20D0D"/>
              </a:solidFill>
              <a:latin typeface="Arial" panose="020B0604020202020204"/>
              <a:ea typeface="Arial" panose="020B0604020202020204"/>
              <a:cs typeface="Arial" panose="020B0604020202020204"/>
            </a:endParaRPr>
          </a:p>
        </p:txBody>
      </p:sp>
      <p:sp>
        <p:nvSpPr>
          <p:cNvPr id="45" name="Rectangle 44"/>
          <p:cNvSpPr>
            <a:spLocks noGrp="1"/>
          </p:cNvSpPr>
          <p:nvPr/>
        </p:nvSpPr>
        <p:spPr>
          <a:xfrm>
            <a:off x="4286250" y="1152525"/>
            <a:ext cx="6572250" cy="247650"/>
          </a:xfrm>
          <a:prstGeom prst="rect">
            <a:avLst/>
          </a:prstGeom>
          <a:noFill/>
          <a:ln w="0">
            <a:noFill/>
            <a:prstDash val="solid"/>
          </a:ln>
        </p:spPr>
        <p:txBody>
          <a:bodyPr lIns="0" tIns="0" rIns="0" bIns="0"/>
          <a:lstStyle>
            <a:defPPr>
              <a:defRPr sz="1500" b="1">
                <a:solidFill>
                  <a:srgbClr val="173047"/>
                </a:solidFill>
                <a:latin typeface="Arial" panose="020B0604020202020204"/>
                <a:ea typeface="Arial" panose="020B0604020202020204"/>
                <a:cs typeface="Arial" panose="020B0604020202020204"/>
              </a:defRPr>
            </a:defPPr>
            <a:lvl1pPr>
              <a:defRPr sz="1500" b="1">
                <a:solidFill>
                  <a:srgbClr val="173047"/>
                </a:solidFill>
                <a:latin typeface="Arial" panose="020B0604020202020204"/>
                <a:ea typeface="Arial" panose="020B0604020202020204"/>
                <a:cs typeface="Arial" panose="020B0604020202020204"/>
              </a:defRPr>
            </a:lvl1pPr>
            <a:lvl2pPr>
              <a:defRPr sz="1500" b="1">
                <a:solidFill>
                  <a:srgbClr val="173047"/>
                </a:solidFill>
                <a:latin typeface="Arial" panose="020B0604020202020204"/>
                <a:ea typeface="Arial" panose="020B0604020202020204"/>
                <a:cs typeface="Arial" panose="020B0604020202020204"/>
              </a:defRPr>
            </a:lvl2pPr>
            <a:lvl3pPr>
              <a:defRPr sz="1500" b="1">
                <a:solidFill>
                  <a:srgbClr val="173047"/>
                </a:solidFill>
                <a:latin typeface="Arial" panose="020B0604020202020204"/>
                <a:ea typeface="Arial" panose="020B0604020202020204"/>
                <a:cs typeface="Arial" panose="020B0604020202020204"/>
              </a:defRPr>
            </a:lvl3pPr>
            <a:lvl4pPr>
              <a:defRPr sz="1500" b="1">
                <a:solidFill>
                  <a:srgbClr val="173047"/>
                </a:solidFill>
                <a:latin typeface="Arial" panose="020B0604020202020204"/>
                <a:ea typeface="Arial" panose="020B0604020202020204"/>
                <a:cs typeface="Arial" panose="020B0604020202020204"/>
              </a:defRPr>
            </a:lvl4pPr>
            <a:lvl5pPr>
              <a:defRPr sz="1500" b="1">
                <a:solidFill>
                  <a:srgbClr val="173047"/>
                </a:solidFill>
                <a:latin typeface="Arial" panose="020B0604020202020204"/>
                <a:ea typeface="Arial" panose="020B0604020202020204"/>
                <a:cs typeface="Arial" panose="020B0604020202020204"/>
              </a:defRPr>
            </a:lvl5pPr>
            <a:lvl6pPr>
              <a:defRPr sz="1500" b="1">
                <a:solidFill>
                  <a:srgbClr val="173047"/>
                </a:solidFill>
                <a:latin typeface="Arial" panose="020B0604020202020204"/>
                <a:ea typeface="Arial" panose="020B0604020202020204"/>
                <a:cs typeface="Arial" panose="020B0604020202020204"/>
              </a:defRPr>
            </a:lvl6pPr>
            <a:lvl7pPr>
              <a:defRPr sz="1500" b="1">
                <a:solidFill>
                  <a:srgbClr val="173047"/>
                </a:solidFill>
                <a:latin typeface="Arial" panose="020B0604020202020204"/>
                <a:ea typeface="Arial" panose="020B0604020202020204"/>
                <a:cs typeface="Arial" panose="020B0604020202020204"/>
              </a:defRPr>
            </a:lvl7pPr>
            <a:lvl8pPr>
              <a:defRPr sz="1500" b="1">
                <a:solidFill>
                  <a:srgbClr val="173047"/>
                </a:solidFill>
                <a:latin typeface="Arial" panose="020B0604020202020204"/>
                <a:ea typeface="Arial" panose="020B0604020202020204"/>
                <a:cs typeface="Arial" panose="020B0604020202020204"/>
              </a:defRPr>
            </a:lvl8pPr>
            <a:lvl9pPr>
              <a:defRPr sz="1500" b="1">
                <a:solidFill>
                  <a:srgbClr val="173047"/>
                </a:solidFill>
                <a:latin typeface="Arial" panose="020B0604020202020204"/>
                <a:ea typeface="Arial" panose="020B0604020202020204"/>
                <a:cs typeface="Arial" panose="020B0604020202020204"/>
              </a:defRPr>
            </a:lvl9pPr>
          </a:lstStyle>
          <a:p>
            <a:pPr>
              <a:defRPr sz="1500" b="1">
                <a:solidFill>
                  <a:srgbClr val="173047"/>
                </a:solidFill>
                <a:latin typeface="Arial" panose="020B0604020202020204"/>
                <a:ea typeface="Arial" panose="020B0604020202020204"/>
                <a:cs typeface="Arial" panose="020B0604020202020204"/>
              </a:defRPr>
            </a:pPr>
            <a:r>
              <a:rPr sz="1500" b="1">
                <a:solidFill>
                  <a:srgbClr val="173047"/>
                </a:solidFill>
                <a:latin typeface="Arial" panose="020B0604020202020204"/>
                <a:ea typeface="Arial" panose="020B0604020202020204"/>
                <a:cs typeface="Arial" panose="020B0604020202020204"/>
              </a:rPr>
              <a:t>getSystemService(SENSOR_SERVICE)</a:t>
            </a:r>
            <a:endParaRPr sz="1500" b="1">
              <a:solidFill>
                <a:srgbClr val="173047"/>
              </a:solidFill>
              <a:latin typeface="Arial" panose="020B0604020202020204"/>
              <a:ea typeface="Arial" panose="020B0604020202020204"/>
              <a:cs typeface="Arial" panose="020B0604020202020204"/>
            </a:endParaRPr>
          </a:p>
        </p:txBody>
      </p:sp>
      <p:sp>
        <p:nvSpPr>
          <p:cNvPr id="46" name="Rectangle 45"/>
          <p:cNvSpPr>
            <a:spLocks noGrp="1"/>
          </p:cNvSpPr>
          <p:nvPr/>
        </p:nvSpPr>
        <p:spPr>
          <a:xfrm>
            <a:off x="1657350" y="1466850"/>
            <a:ext cx="9239250" cy="257175"/>
          </a:xfrm>
          <a:prstGeom prst="rect">
            <a:avLst/>
          </a:prstGeom>
          <a:noFill/>
          <a:ln w="0">
            <a:noFill/>
            <a:prstDash val="solid"/>
          </a:ln>
        </p:spPr>
        <p:txBody>
          <a:bodyPr lIns="0" tIns="0" rIns="0" bIns="0"/>
          <a:lstStyle>
            <a:defPPr>
              <a:defRPr sz="1350" b="0">
                <a:solidFill>
                  <a:srgbClr val="4D4D4D"/>
                </a:solidFill>
                <a:latin typeface="Arial" panose="020B0604020202020204"/>
                <a:ea typeface="Arial" panose="020B0604020202020204"/>
                <a:cs typeface="Arial" panose="020B0604020202020204"/>
              </a:defRPr>
            </a:defPPr>
            <a:lvl1pPr>
              <a:defRPr sz="1350" b="0">
                <a:solidFill>
                  <a:srgbClr val="4D4D4D"/>
                </a:solidFill>
                <a:latin typeface="Arial" panose="020B0604020202020204"/>
                <a:ea typeface="Arial" panose="020B0604020202020204"/>
                <a:cs typeface="Arial" panose="020B0604020202020204"/>
              </a:defRPr>
            </a:lvl1pPr>
            <a:lvl2pPr>
              <a:defRPr sz="1350" b="0">
                <a:solidFill>
                  <a:srgbClr val="4D4D4D"/>
                </a:solidFill>
                <a:latin typeface="Arial" panose="020B0604020202020204"/>
                <a:ea typeface="Arial" panose="020B0604020202020204"/>
                <a:cs typeface="Arial" panose="020B0604020202020204"/>
              </a:defRPr>
            </a:lvl2pPr>
            <a:lvl3pPr>
              <a:defRPr sz="1350" b="0">
                <a:solidFill>
                  <a:srgbClr val="4D4D4D"/>
                </a:solidFill>
                <a:latin typeface="Arial" panose="020B0604020202020204"/>
                <a:ea typeface="Arial" panose="020B0604020202020204"/>
                <a:cs typeface="Arial" panose="020B0604020202020204"/>
              </a:defRPr>
            </a:lvl3pPr>
            <a:lvl4pPr>
              <a:defRPr sz="1350" b="0">
                <a:solidFill>
                  <a:srgbClr val="4D4D4D"/>
                </a:solidFill>
                <a:latin typeface="Arial" panose="020B0604020202020204"/>
                <a:ea typeface="Arial" panose="020B0604020202020204"/>
                <a:cs typeface="Arial" panose="020B0604020202020204"/>
              </a:defRPr>
            </a:lvl4pPr>
            <a:lvl5pPr>
              <a:defRPr sz="1350" b="0">
                <a:solidFill>
                  <a:srgbClr val="4D4D4D"/>
                </a:solidFill>
                <a:latin typeface="Arial" panose="020B0604020202020204"/>
                <a:ea typeface="Arial" panose="020B0604020202020204"/>
                <a:cs typeface="Arial" panose="020B0604020202020204"/>
              </a:defRPr>
            </a:lvl5pPr>
            <a:lvl6pPr>
              <a:defRPr sz="1350" b="0">
                <a:solidFill>
                  <a:srgbClr val="4D4D4D"/>
                </a:solidFill>
                <a:latin typeface="Arial" panose="020B0604020202020204"/>
                <a:ea typeface="Arial" panose="020B0604020202020204"/>
                <a:cs typeface="Arial" panose="020B0604020202020204"/>
              </a:defRPr>
            </a:lvl6pPr>
            <a:lvl7pPr>
              <a:defRPr sz="1350" b="0">
                <a:solidFill>
                  <a:srgbClr val="4D4D4D"/>
                </a:solidFill>
                <a:latin typeface="Arial" panose="020B0604020202020204"/>
                <a:ea typeface="Arial" panose="020B0604020202020204"/>
                <a:cs typeface="Arial" panose="020B0604020202020204"/>
              </a:defRPr>
            </a:lvl7pPr>
            <a:lvl8pPr>
              <a:defRPr sz="1350" b="0">
                <a:solidFill>
                  <a:srgbClr val="4D4D4D"/>
                </a:solidFill>
                <a:latin typeface="Arial" panose="020B0604020202020204"/>
                <a:ea typeface="Arial" panose="020B0604020202020204"/>
                <a:cs typeface="Arial" panose="020B0604020202020204"/>
              </a:defRPr>
            </a:lvl8pPr>
            <a:lvl9pPr>
              <a:defRPr sz="1350" b="0">
                <a:solidFill>
                  <a:srgbClr val="4D4D4D"/>
                </a:solidFill>
                <a:latin typeface="Arial" panose="020B0604020202020204"/>
                <a:ea typeface="Arial" panose="020B0604020202020204"/>
                <a:cs typeface="Arial" panose="020B0604020202020204"/>
              </a:defRPr>
            </a:lvl9pPr>
          </a:lstStyle>
          <a:p>
            <a:pPr>
              <a:defRPr sz="1350" b="0">
                <a:solidFill>
                  <a:srgbClr val="4D4D4D"/>
                </a:solidFill>
                <a:latin typeface="Arial" panose="020B0604020202020204"/>
                <a:ea typeface="Arial" panose="020B0604020202020204"/>
                <a:cs typeface="Arial" panose="020B0604020202020204"/>
              </a:defRPr>
            </a:pPr>
            <a:r>
              <a:rPr sz="1350" b="0">
                <a:solidFill>
                  <a:srgbClr val="4D4D4D"/>
                </a:solidFill>
                <a:latin typeface="Arial" panose="020B0604020202020204"/>
                <a:ea typeface="Arial" panose="020B0604020202020204"/>
                <a:cs typeface="Arial" panose="020B0604020202020204"/>
              </a:rPr>
              <a:t>Ứng dụng lấy SensorManager từ Context.</a:t>
            </a:r>
            <a:endParaRPr sz="1350" b="0">
              <a:solidFill>
                <a:srgbClr val="4D4D4D"/>
              </a:solidFill>
              <a:latin typeface="Arial" panose="020B0604020202020204"/>
              <a:ea typeface="Arial" panose="020B0604020202020204"/>
              <a:cs typeface="Arial" panose="020B0604020202020204"/>
            </a:endParaRPr>
          </a:p>
        </p:txBody>
      </p:sp>
      <p:sp>
        <p:nvSpPr>
          <p:cNvPr id="47" name="Down Arrow 46"/>
          <p:cNvSpPr>
            <a:spLocks noGrp="1"/>
          </p:cNvSpPr>
          <p:nvPr/>
        </p:nvSpPr>
        <p:spPr>
          <a:xfrm>
            <a:off x="5924550" y="1819275"/>
            <a:ext cx="285750" cy="200025"/>
          </a:xfrm>
          <a:prstGeom prst="downArrow">
            <a:avLst/>
          </a:prstGeom>
          <a:solidFill>
            <a:srgbClr val="4E8DF6"/>
          </a:solidFill>
          <a:ln w="9525">
            <a:solidFill>
              <a:srgbClr val="4E8DF6"/>
            </a:solidFill>
            <a:prstDash val="solid"/>
          </a:ln>
        </p:spPr>
      </p:sp>
      <p:sp>
        <p:nvSpPr>
          <p:cNvPr id="48" name="Rounded Rectangle 47"/>
          <p:cNvSpPr>
            <a:spLocks noGrp="1"/>
          </p:cNvSpPr>
          <p:nvPr/>
        </p:nvSpPr>
        <p:spPr>
          <a:xfrm>
            <a:off x="1409700" y="2047875"/>
            <a:ext cx="10096500" cy="723900"/>
          </a:xfrm>
          <a:prstGeom prst="roundRect">
            <a:avLst>
              <a:gd name="adj" fmla="val 18421"/>
            </a:avLst>
          </a:prstGeom>
          <a:solidFill>
            <a:srgbClr val="FFFFFF"/>
          </a:solidFill>
          <a:ln w="14288">
            <a:solidFill>
              <a:srgbClr val="A9BFE8"/>
            </a:solidFill>
            <a:prstDash val="solid"/>
          </a:ln>
        </p:spPr>
      </p:sp>
      <p:sp>
        <p:nvSpPr>
          <p:cNvPr id="49" name="Oval 48"/>
          <p:cNvSpPr>
            <a:spLocks noGrp="1"/>
          </p:cNvSpPr>
          <p:nvPr/>
        </p:nvSpPr>
        <p:spPr>
          <a:xfrm>
            <a:off x="638175" y="2114550"/>
            <a:ext cx="571500" cy="571500"/>
          </a:xfrm>
          <a:prstGeom prst="ellipse">
            <a:avLst/>
          </a:prstGeom>
          <a:solidFill>
            <a:srgbClr val="4E8DF6"/>
          </a:solidFill>
          <a:ln w="9525">
            <a:solidFill>
              <a:srgbClr val="4E8DF6"/>
            </a:solidFill>
            <a:prstDash val="solid"/>
          </a:ln>
        </p:spPr>
      </p:sp>
      <p:sp>
        <p:nvSpPr>
          <p:cNvPr id="50" name="Rectangle 49"/>
          <p:cNvSpPr>
            <a:spLocks noGrp="1"/>
          </p:cNvSpPr>
          <p:nvPr/>
        </p:nvSpPr>
        <p:spPr>
          <a:xfrm>
            <a:off x="809625" y="2247900"/>
            <a:ext cx="238125" cy="266700"/>
          </a:xfrm>
          <a:prstGeom prst="rect">
            <a:avLst/>
          </a:prstGeom>
          <a:noFill/>
          <a:ln w="0">
            <a:noFill/>
            <a:prstDash val="solid"/>
          </a:ln>
        </p:spPr>
        <p:txBody>
          <a:bodyPr lIns="0" tIns="0" rIns="0" bIns="0"/>
          <a:lstStyle>
            <a:defPPr>
              <a:defRPr sz="1800" b="1">
                <a:solidFill>
                  <a:srgbClr val="FFFFFF"/>
                </a:solidFill>
                <a:latin typeface="Arial" panose="020B0604020202020204"/>
                <a:ea typeface="Arial" panose="020B0604020202020204"/>
                <a:cs typeface="Arial" panose="020B0604020202020204"/>
              </a:defRPr>
            </a:defPPr>
            <a:lvl1pPr>
              <a:defRPr sz="1800" b="1">
                <a:solidFill>
                  <a:srgbClr val="FFFFFF"/>
                </a:solidFill>
                <a:latin typeface="Arial" panose="020B0604020202020204"/>
                <a:ea typeface="Arial" panose="020B0604020202020204"/>
                <a:cs typeface="Arial" panose="020B0604020202020204"/>
              </a:defRPr>
            </a:lvl1pPr>
            <a:lvl2pPr>
              <a:defRPr sz="1800" b="1">
                <a:solidFill>
                  <a:srgbClr val="FFFFFF"/>
                </a:solidFill>
                <a:latin typeface="Arial" panose="020B0604020202020204"/>
                <a:ea typeface="Arial" panose="020B0604020202020204"/>
                <a:cs typeface="Arial" panose="020B0604020202020204"/>
              </a:defRPr>
            </a:lvl2pPr>
            <a:lvl3pPr>
              <a:defRPr sz="1800" b="1">
                <a:solidFill>
                  <a:srgbClr val="FFFFFF"/>
                </a:solidFill>
                <a:latin typeface="Arial" panose="020B0604020202020204"/>
                <a:ea typeface="Arial" panose="020B0604020202020204"/>
                <a:cs typeface="Arial" panose="020B0604020202020204"/>
              </a:defRPr>
            </a:lvl3pPr>
            <a:lvl4pPr>
              <a:defRPr sz="1800" b="1">
                <a:solidFill>
                  <a:srgbClr val="FFFFFF"/>
                </a:solidFill>
                <a:latin typeface="Arial" panose="020B0604020202020204"/>
                <a:ea typeface="Arial" panose="020B0604020202020204"/>
                <a:cs typeface="Arial" panose="020B0604020202020204"/>
              </a:defRPr>
            </a:lvl4pPr>
            <a:lvl5pPr>
              <a:defRPr sz="1800" b="1">
                <a:solidFill>
                  <a:srgbClr val="FFFFFF"/>
                </a:solidFill>
                <a:latin typeface="Arial" panose="020B0604020202020204"/>
                <a:ea typeface="Arial" panose="020B0604020202020204"/>
                <a:cs typeface="Arial" panose="020B0604020202020204"/>
              </a:defRPr>
            </a:lvl5pPr>
            <a:lvl6pPr>
              <a:defRPr sz="1800" b="1">
                <a:solidFill>
                  <a:srgbClr val="FFFFFF"/>
                </a:solidFill>
                <a:latin typeface="Arial" panose="020B0604020202020204"/>
                <a:ea typeface="Arial" panose="020B0604020202020204"/>
                <a:cs typeface="Arial" panose="020B0604020202020204"/>
              </a:defRPr>
            </a:lvl6pPr>
            <a:lvl7pPr>
              <a:defRPr sz="1800" b="1">
                <a:solidFill>
                  <a:srgbClr val="FFFFFF"/>
                </a:solidFill>
                <a:latin typeface="Arial" panose="020B0604020202020204"/>
                <a:ea typeface="Arial" panose="020B0604020202020204"/>
                <a:cs typeface="Arial" panose="020B0604020202020204"/>
              </a:defRPr>
            </a:lvl7pPr>
            <a:lvl8pPr>
              <a:defRPr sz="1800" b="1">
                <a:solidFill>
                  <a:srgbClr val="FFFFFF"/>
                </a:solidFill>
                <a:latin typeface="Arial" panose="020B0604020202020204"/>
                <a:ea typeface="Arial" panose="020B0604020202020204"/>
                <a:cs typeface="Arial" panose="020B0604020202020204"/>
              </a:defRPr>
            </a:lvl8pPr>
            <a:lvl9pPr>
              <a:defRPr sz="1800" b="1">
                <a:solidFill>
                  <a:srgbClr val="FFFFFF"/>
                </a:solidFill>
                <a:latin typeface="Arial" panose="020B0604020202020204"/>
                <a:ea typeface="Arial" panose="020B0604020202020204"/>
                <a:cs typeface="Arial" panose="020B0604020202020204"/>
              </a:defRPr>
            </a:lvl9pPr>
          </a:lstStyle>
          <a:p>
            <a:pPr>
              <a:defRPr sz="1800" b="1">
                <a:solidFill>
                  <a:srgbClr val="FFFFFF"/>
                </a:solidFill>
                <a:latin typeface="Arial" panose="020B0604020202020204"/>
                <a:ea typeface="Arial" panose="020B0604020202020204"/>
                <a:cs typeface="Arial" panose="020B0604020202020204"/>
              </a:defRPr>
            </a:pPr>
            <a:r>
              <a:rPr sz="1800" b="1">
                <a:solidFill>
                  <a:srgbClr val="FFFFFF"/>
                </a:solidFill>
                <a:latin typeface="Arial" panose="020B0604020202020204"/>
                <a:ea typeface="Arial" panose="020B0604020202020204"/>
                <a:cs typeface="Arial" panose="020B0604020202020204"/>
              </a:rPr>
              <a:t>2</a:t>
            </a:r>
            <a:endParaRPr sz="1800" b="1">
              <a:solidFill>
                <a:srgbClr val="FFFFFF"/>
              </a:solidFill>
              <a:latin typeface="Arial" panose="020B0604020202020204"/>
              <a:ea typeface="Arial" panose="020B0604020202020204"/>
              <a:cs typeface="Arial" panose="020B0604020202020204"/>
            </a:endParaRPr>
          </a:p>
        </p:txBody>
      </p:sp>
      <p:sp>
        <p:nvSpPr>
          <p:cNvPr id="51" name="Rectangle 50"/>
          <p:cNvSpPr>
            <a:spLocks noGrp="1"/>
          </p:cNvSpPr>
          <p:nvPr/>
        </p:nvSpPr>
        <p:spPr>
          <a:xfrm>
            <a:off x="1657350" y="2143125"/>
            <a:ext cx="2428875" cy="247650"/>
          </a:xfrm>
          <a:prstGeom prst="rect">
            <a:avLst/>
          </a:prstGeom>
          <a:noFill/>
          <a:ln w="0">
            <a:noFill/>
            <a:prstDash val="solid"/>
          </a:ln>
        </p:spPr>
        <p:txBody>
          <a:bodyPr lIns="0" tIns="0" rIns="0" bIns="0"/>
          <a:lstStyle>
            <a:defPPr>
              <a:defRPr sz="1650" b="1">
                <a:solidFill>
                  <a:srgbClr val="F20D0D"/>
                </a:solidFill>
                <a:latin typeface="Arial" panose="020B0604020202020204"/>
                <a:ea typeface="Arial" panose="020B0604020202020204"/>
                <a:cs typeface="Arial" panose="020B0604020202020204"/>
              </a:defRPr>
            </a:defPPr>
            <a:lvl1pPr>
              <a:defRPr sz="1650" b="1">
                <a:solidFill>
                  <a:srgbClr val="F20D0D"/>
                </a:solidFill>
                <a:latin typeface="Arial" panose="020B0604020202020204"/>
                <a:ea typeface="Arial" panose="020B0604020202020204"/>
                <a:cs typeface="Arial" panose="020B0604020202020204"/>
              </a:defRPr>
            </a:lvl1pPr>
            <a:lvl2pPr>
              <a:defRPr sz="1650" b="1">
                <a:solidFill>
                  <a:srgbClr val="F20D0D"/>
                </a:solidFill>
                <a:latin typeface="Arial" panose="020B0604020202020204"/>
                <a:ea typeface="Arial" panose="020B0604020202020204"/>
                <a:cs typeface="Arial" panose="020B0604020202020204"/>
              </a:defRPr>
            </a:lvl2pPr>
            <a:lvl3pPr>
              <a:defRPr sz="1650" b="1">
                <a:solidFill>
                  <a:srgbClr val="F20D0D"/>
                </a:solidFill>
                <a:latin typeface="Arial" panose="020B0604020202020204"/>
                <a:ea typeface="Arial" panose="020B0604020202020204"/>
                <a:cs typeface="Arial" panose="020B0604020202020204"/>
              </a:defRPr>
            </a:lvl3pPr>
            <a:lvl4pPr>
              <a:defRPr sz="1650" b="1">
                <a:solidFill>
                  <a:srgbClr val="F20D0D"/>
                </a:solidFill>
                <a:latin typeface="Arial" panose="020B0604020202020204"/>
                <a:ea typeface="Arial" panose="020B0604020202020204"/>
                <a:cs typeface="Arial" panose="020B0604020202020204"/>
              </a:defRPr>
            </a:lvl4pPr>
            <a:lvl5pPr>
              <a:defRPr sz="1650" b="1">
                <a:solidFill>
                  <a:srgbClr val="F20D0D"/>
                </a:solidFill>
                <a:latin typeface="Arial" panose="020B0604020202020204"/>
                <a:ea typeface="Arial" panose="020B0604020202020204"/>
                <a:cs typeface="Arial" panose="020B0604020202020204"/>
              </a:defRPr>
            </a:lvl5pPr>
            <a:lvl6pPr>
              <a:defRPr sz="1650" b="1">
                <a:solidFill>
                  <a:srgbClr val="F20D0D"/>
                </a:solidFill>
                <a:latin typeface="Arial" panose="020B0604020202020204"/>
                <a:ea typeface="Arial" panose="020B0604020202020204"/>
                <a:cs typeface="Arial" panose="020B0604020202020204"/>
              </a:defRPr>
            </a:lvl6pPr>
            <a:lvl7pPr>
              <a:defRPr sz="1650" b="1">
                <a:solidFill>
                  <a:srgbClr val="F20D0D"/>
                </a:solidFill>
                <a:latin typeface="Arial" panose="020B0604020202020204"/>
                <a:ea typeface="Arial" panose="020B0604020202020204"/>
                <a:cs typeface="Arial" panose="020B0604020202020204"/>
              </a:defRPr>
            </a:lvl7pPr>
            <a:lvl8pPr>
              <a:defRPr sz="1650" b="1">
                <a:solidFill>
                  <a:srgbClr val="F20D0D"/>
                </a:solidFill>
                <a:latin typeface="Arial" panose="020B0604020202020204"/>
                <a:ea typeface="Arial" panose="020B0604020202020204"/>
                <a:cs typeface="Arial" panose="020B0604020202020204"/>
              </a:defRPr>
            </a:lvl8pPr>
            <a:lvl9pPr>
              <a:defRPr sz="1650" b="1">
                <a:solidFill>
                  <a:srgbClr val="F20D0D"/>
                </a:solidFill>
                <a:latin typeface="Arial" panose="020B0604020202020204"/>
                <a:ea typeface="Arial" panose="020B0604020202020204"/>
                <a:cs typeface="Arial" panose="020B0604020202020204"/>
              </a:defRPr>
            </a:lvl9pPr>
          </a:lstStyle>
          <a:p>
            <a:pPr>
              <a:defRPr sz="1650" b="1">
                <a:solidFill>
                  <a:srgbClr val="F20D0D"/>
                </a:solidFill>
                <a:latin typeface="Arial" panose="020B0604020202020204"/>
                <a:ea typeface="Arial" panose="020B0604020202020204"/>
                <a:cs typeface="Arial" panose="020B0604020202020204"/>
              </a:defRPr>
            </a:pPr>
            <a:r>
              <a:rPr sz="1650" b="1">
                <a:solidFill>
                  <a:srgbClr val="F20D0D"/>
                </a:solidFill>
                <a:latin typeface="Arial" panose="020B0604020202020204"/>
                <a:ea typeface="Arial" panose="020B0604020202020204"/>
                <a:cs typeface="Arial" panose="020B0604020202020204"/>
              </a:rPr>
              <a:t>Kiểm tra cảm biến</a:t>
            </a:r>
            <a:endParaRPr sz="1650" b="1">
              <a:solidFill>
                <a:srgbClr val="F20D0D"/>
              </a:solidFill>
              <a:latin typeface="Arial" panose="020B0604020202020204"/>
              <a:ea typeface="Arial" panose="020B0604020202020204"/>
              <a:cs typeface="Arial" panose="020B0604020202020204"/>
            </a:endParaRPr>
          </a:p>
        </p:txBody>
      </p:sp>
      <p:sp>
        <p:nvSpPr>
          <p:cNvPr id="52" name="Rectangle 51"/>
          <p:cNvSpPr>
            <a:spLocks noGrp="1"/>
          </p:cNvSpPr>
          <p:nvPr/>
        </p:nvSpPr>
        <p:spPr>
          <a:xfrm>
            <a:off x="4286250" y="2143125"/>
            <a:ext cx="6572250" cy="247650"/>
          </a:xfrm>
          <a:prstGeom prst="rect">
            <a:avLst/>
          </a:prstGeom>
          <a:noFill/>
          <a:ln w="0">
            <a:noFill/>
            <a:prstDash val="solid"/>
          </a:ln>
        </p:spPr>
        <p:txBody>
          <a:bodyPr lIns="0" tIns="0" rIns="0" bIns="0"/>
          <a:lstStyle>
            <a:defPPr>
              <a:defRPr sz="1500" b="1">
                <a:solidFill>
                  <a:srgbClr val="173047"/>
                </a:solidFill>
                <a:latin typeface="Arial" panose="020B0604020202020204"/>
                <a:ea typeface="Arial" panose="020B0604020202020204"/>
                <a:cs typeface="Arial" panose="020B0604020202020204"/>
              </a:defRPr>
            </a:defPPr>
            <a:lvl1pPr>
              <a:defRPr sz="1500" b="1">
                <a:solidFill>
                  <a:srgbClr val="173047"/>
                </a:solidFill>
                <a:latin typeface="Arial" panose="020B0604020202020204"/>
                <a:ea typeface="Arial" panose="020B0604020202020204"/>
                <a:cs typeface="Arial" panose="020B0604020202020204"/>
              </a:defRPr>
            </a:lvl1pPr>
            <a:lvl2pPr>
              <a:defRPr sz="1500" b="1">
                <a:solidFill>
                  <a:srgbClr val="173047"/>
                </a:solidFill>
                <a:latin typeface="Arial" panose="020B0604020202020204"/>
                <a:ea typeface="Arial" panose="020B0604020202020204"/>
                <a:cs typeface="Arial" panose="020B0604020202020204"/>
              </a:defRPr>
            </a:lvl2pPr>
            <a:lvl3pPr>
              <a:defRPr sz="1500" b="1">
                <a:solidFill>
                  <a:srgbClr val="173047"/>
                </a:solidFill>
                <a:latin typeface="Arial" panose="020B0604020202020204"/>
                <a:ea typeface="Arial" panose="020B0604020202020204"/>
                <a:cs typeface="Arial" panose="020B0604020202020204"/>
              </a:defRPr>
            </a:lvl3pPr>
            <a:lvl4pPr>
              <a:defRPr sz="1500" b="1">
                <a:solidFill>
                  <a:srgbClr val="173047"/>
                </a:solidFill>
                <a:latin typeface="Arial" panose="020B0604020202020204"/>
                <a:ea typeface="Arial" panose="020B0604020202020204"/>
                <a:cs typeface="Arial" panose="020B0604020202020204"/>
              </a:defRPr>
            </a:lvl4pPr>
            <a:lvl5pPr>
              <a:defRPr sz="1500" b="1">
                <a:solidFill>
                  <a:srgbClr val="173047"/>
                </a:solidFill>
                <a:latin typeface="Arial" panose="020B0604020202020204"/>
                <a:ea typeface="Arial" panose="020B0604020202020204"/>
                <a:cs typeface="Arial" panose="020B0604020202020204"/>
              </a:defRPr>
            </a:lvl5pPr>
            <a:lvl6pPr>
              <a:defRPr sz="1500" b="1">
                <a:solidFill>
                  <a:srgbClr val="173047"/>
                </a:solidFill>
                <a:latin typeface="Arial" panose="020B0604020202020204"/>
                <a:ea typeface="Arial" panose="020B0604020202020204"/>
                <a:cs typeface="Arial" panose="020B0604020202020204"/>
              </a:defRPr>
            </a:lvl6pPr>
            <a:lvl7pPr>
              <a:defRPr sz="1500" b="1">
                <a:solidFill>
                  <a:srgbClr val="173047"/>
                </a:solidFill>
                <a:latin typeface="Arial" panose="020B0604020202020204"/>
                <a:ea typeface="Arial" panose="020B0604020202020204"/>
                <a:cs typeface="Arial" panose="020B0604020202020204"/>
              </a:defRPr>
            </a:lvl7pPr>
            <a:lvl8pPr>
              <a:defRPr sz="1500" b="1">
                <a:solidFill>
                  <a:srgbClr val="173047"/>
                </a:solidFill>
                <a:latin typeface="Arial" panose="020B0604020202020204"/>
                <a:ea typeface="Arial" panose="020B0604020202020204"/>
                <a:cs typeface="Arial" panose="020B0604020202020204"/>
              </a:defRPr>
            </a:lvl8pPr>
            <a:lvl9pPr>
              <a:defRPr sz="1500" b="1">
                <a:solidFill>
                  <a:srgbClr val="173047"/>
                </a:solidFill>
                <a:latin typeface="Arial" panose="020B0604020202020204"/>
                <a:ea typeface="Arial" panose="020B0604020202020204"/>
                <a:cs typeface="Arial" panose="020B0604020202020204"/>
              </a:defRPr>
            </a:lvl9pPr>
          </a:lstStyle>
          <a:p>
            <a:pPr>
              <a:defRPr sz="1500" b="1">
                <a:solidFill>
                  <a:srgbClr val="173047"/>
                </a:solidFill>
                <a:latin typeface="Arial" panose="020B0604020202020204"/>
                <a:ea typeface="Arial" panose="020B0604020202020204"/>
                <a:cs typeface="Arial" panose="020B0604020202020204"/>
              </a:defRPr>
            </a:pPr>
            <a:r>
              <a:rPr sz="1500" b="1">
                <a:solidFill>
                  <a:srgbClr val="173047"/>
                </a:solidFill>
                <a:latin typeface="Arial" panose="020B0604020202020204"/>
                <a:ea typeface="Arial" panose="020B0604020202020204"/>
                <a:cs typeface="Arial" panose="020B0604020202020204"/>
              </a:rPr>
              <a:t>getDefaultSensor(TYPE_...)</a:t>
            </a:r>
            <a:endParaRPr sz="1500" b="1">
              <a:solidFill>
                <a:srgbClr val="173047"/>
              </a:solidFill>
              <a:latin typeface="Arial" panose="020B0604020202020204"/>
              <a:ea typeface="Arial" panose="020B0604020202020204"/>
              <a:cs typeface="Arial" panose="020B0604020202020204"/>
            </a:endParaRPr>
          </a:p>
        </p:txBody>
      </p:sp>
      <p:sp>
        <p:nvSpPr>
          <p:cNvPr id="53" name="Rectangle 52"/>
          <p:cNvSpPr>
            <a:spLocks noGrp="1"/>
          </p:cNvSpPr>
          <p:nvPr/>
        </p:nvSpPr>
        <p:spPr>
          <a:xfrm>
            <a:off x="1657350" y="2457450"/>
            <a:ext cx="9239250" cy="257175"/>
          </a:xfrm>
          <a:prstGeom prst="rect">
            <a:avLst/>
          </a:prstGeom>
          <a:noFill/>
          <a:ln w="0">
            <a:noFill/>
            <a:prstDash val="solid"/>
          </a:ln>
        </p:spPr>
        <p:txBody>
          <a:bodyPr lIns="0" tIns="0" rIns="0" bIns="0"/>
          <a:lstStyle>
            <a:defPPr>
              <a:defRPr sz="1350" b="0">
                <a:solidFill>
                  <a:srgbClr val="4D4D4D"/>
                </a:solidFill>
                <a:latin typeface="Arial" panose="020B0604020202020204"/>
                <a:ea typeface="Arial" panose="020B0604020202020204"/>
                <a:cs typeface="Arial" panose="020B0604020202020204"/>
              </a:defRPr>
            </a:defPPr>
            <a:lvl1pPr>
              <a:defRPr sz="1350" b="0">
                <a:solidFill>
                  <a:srgbClr val="4D4D4D"/>
                </a:solidFill>
                <a:latin typeface="Arial" panose="020B0604020202020204"/>
                <a:ea typeface="Arial" panose="020B0604020202020204"/>
                <a:cs typeface="Arial" panose="020B0604020202020204"/>
              </a:defRPr>
            </a:lvl1pPr>
            <a:lvl2pPr>
              <a:defRPr sz="1350" b="0">
                <a:solidFill>
                  <a:srgbClr val="4D4D4D"/>
                </a:solidFill>
                <a:latin typeface="Arial" panose="020B0604020202020204"/>
                <a:ea typeface="Arial" panose="020B0604020202020204"/>
                <a:cs typeface="Arial" panose="020B0604020202020204"/>
              </a:defRPr>
            </a:lvl2pPr>
            <a:lvl3pPr>
              <a:defRPr sz="1350" b="0">
                <a:solidFill>
                  <a:srgbClr val="4D4D4D"/>
                </a:solidFill>
                <a:latin typeface="Arial" panose="020B0604020202020204"/>
                <a:ea typeface="Arial" panose="020B0604020202020204"/>
                <a:cs typeface="Arial" panose="020B0604020202020204"/>
              </a:defRPr>
            </a:lvl3pPr>
            <a:lvl4pPr>
              <a:defRPr sz="1350" b="0">
                <a:solidFill>
                  <a:srgbClr val="4D4D4D"/>
                </a:solidFill>
                <a:latin typeface="Arial" panose="020B0604020202020204"/>
                <a:ea typeface="Arial" panose="020B0604020202020204"/>
                <a:cs typeface="Arial" panose="020B0604020202020204"/>
              </a:defRPr>
            </a:lvl4pPr>
            <a:lvl5pPr>
              <a:defRPr sz="1350" b="0">
                <a:solidFill>
                  <a:srgbClr val="4D4D4D"/>
                </a:solidFill>
                <a:latin typeface="Arial" panose="020B0604020202020204"/>
                <a:ea typeface="Arial" panose="020B0604020202020204"/>
                <a:cs typeface="Arial" panose="020B0604020202020204"/>
              </a:defRPr>
            </a:lvl5pPr>
            <a:lvl6pPr>
              <a:defRPr sz="1350" b="0">
                <a:solidFill>
                  <a:srgbClr val="4D4D4D"/>
                </a:solidFill>
                <a:latin typeface="Arial" panose="020B0604020202020204"/>
                <a:ea typeface="Arial" panose="020B0604020202020204"/>
                <a:cs typeface="Arial" panose="020B0604020202020204"/>
              </a:defRPr>
            </a:lvl6pPr>
            <a:lvl7pPr>
              <a:defRPr sz="1350" b="0">
                <a:solidFill>
                  <a:srgbClr val="4D4D4D"/>
                </a:solidFill>
                <a:latin typeface="Arial" panose="020B0604020202020204"/>
                <a:ea typeface="Arial" panose="020B0604020202020204"/>
                <a:cs typeface="Arial" panose="020B0604020202020204"/>
              </a:defRPr>
            </a:lvl7pPr>
            <a:lvl8pPr>
              <a:defRPr sz="1350" b="0">
                <a:solidFill>
                  <a:srgbClr val="4D4D4D"/>
                </a:solidFill>
                <a:latin typeface="Arial" panose="020B0604020202020204"/>
                <a:ea typeface="Arial" panose="020B0604020202020204"/>
                <a:cs typeface="Arial" panose="020B0604020202020204"/>
              </a:defRPr>
            </a:lvl8pPr>
            <a:lvl9pPr>
              <a:defRPr sz="1350" b="0">
                <a:solidFill>
                  <a:srgbClr val="4D4D4D"/>
                </a:solidFill>
                <a:latin typeface="Arial" panose="020B0604020202020204"/>
                <a:ea typeface="Arial" panose="020B0604020202020204"/>
                <a:cs typeface="Arial" panose="020B0604020202020204"/>
              </a:defRPr>
            </a:lvl9pPr>
          </a:lstStyle>
          <a:p>
            <a:pPr>
              <a:defRPr sz="1350" b="0">
                <a:solidFill>
                  <a:srgbClr val="4D4D4D"/>
                </a:solidFill>
                <a:latin typeface="Arial" panose="020B0604020202020204"/>
                <a:ea typeface="Arial" panose="020B0604020202020204"/>
                <a:cs typeface="Arial" panose="020B0604020202020204"/>
              </a:defRPr>
            </a:pPr>
            <a:r>
              <a:rPr sz="1350" b="0">
                <a:solidFill>
                  <a:srgbClr val="4D4D4D"/>
                </a:solidFill>
                <a:latin typeface="Arial" panose="020B0604020202020204"/>
                <a:ea typeface="Arial" panose="020B0604020202020204"/>
                <a:cs typeface="Arial" panose="020B0604020202020204"/>
              </a:rPr>
              <a:t>Nếu không có cảm biến, ứng dụng báo trạng thái phù hợp.</a:t>
            </a:r>
            <a:endParaRPr sz="1350" b="0">
              <a:solidFill>
                <a:srgbClr val="4D4D4D"/>
              </a:solidFill>
              <a:latin typeface="Arial" panose="020B0604020202020204"/>
              <a:ea typeface="Arial" panose="020B0604020202020204"/>
              <a:cs typeface="Arial" panose="020B0604020202020204"/>
            </a:endParaRPr>
          </a:p>
        </p:txBody>
      </p:sp>
      <p:sp>
        <p:nvSpPr>
          <p:cNvPr id="54" name="Down Arrow 53"/>
          <p:cNvSpPr>
            <a:spLocks noGrp="1"/>
          </p:cNvSpPr>
          <p:nvPr/>
        </p:nvSpPr>
        <p:spPr>
          <a:xfrm>
            <a:off x="5924550" y="2809875"/>
            <a:ext cx="285750" cy="200025"/>
          </a:xfrm>
          <a:prstGeom prst="downArrow">
            <a:avLst/>
          </a:prstGeom>
          <a:solidFill>
            <a:srgbClr val="4E8DF6"/>
          </a:solidFill>
          <a:ln w="9525">
            <a:solidFill>
              <a:srgbClr val="4E8DF6"/>
            </a:solidFill>
            <a:prstDash val="solid"/>
          </a:ln>
        </p:spPr>
      </p:sp>
      <p:sp>
        <p:nvSpPr>
          <p:cNvPr id="55" name="Rounded Rectangle 54"/>
          <p:cNvSpPr>
            <a:spLocks noGrp="1"/>
          </p:cNvSpPr>
          <p:nvPr/>
        </p:nvSpPr>
        <p:spPr>
          <a:xfrm>
            <a:off x="1409700" y="3038475"/>
            <a:ext cx="10096500" cy="723900"/>
          </a:xfrm>
          <a:prstGeom prst="roundRect">
            <a:avLst>
              <a:gd name="adj" fmla="val 18421"/>
            </a:avLst>
          </a:prstGeom>
          <a:solidFill>
            <a:srgbClr val="F2F6FF"/>
          </a:solidFill>
          <a:ln w="14288">
            <a:solidFill>
              <a:srgbClr val="A9BFE8"/>
            </a:solidFill>
            <a:prstDash val="solid"/>
          </a:ln>
        </p:spPr>
      </p:sp>
      <p:sp>
        <p:nvSpPr>
          <p:cNvPr id="56" name="Oval 55"/>
          <p:cNvSpPr>
            <a:spLocks noGrp="1"/>
          </p:cNvSpPr>
          <p:nvPr/>
        </p:nvSpPr>
        <p:spPr>
          <a:xfrm>
            <a:off x="638175" y="3105150"/>
            <a:ext cx="571500" cy="571500"/>
          </a:xfrm>
          <a:prstGeom prst="ellipse">
            <a:avLst/>
          </a:prstGeom>
          <a:solidFill>
            <a:srgbClr val="4E8DF6"/>
          </a:solidFill>
          <a:ln w="9525">
            <a:solidFill>
              <a:srgbClr val="4E8DF6"/>
            </a:solidFill>
            <a:prstDash val="solid"/>
          </a:ln>
        </p:spPr>
      </p:sp>
      <p:sp>
        <p:nvSpPr>
          <p:cNvPr id="57" name="Rectangle 56"/>
          <p:cNvSpPr>
            <a:spLocks noGrp="1"/>
          </p:cNvSpPr>
          <p:nvPr/>
        </p:nvSpPr>
        <p:spPr>
          <a:xfrm>
            <a:off x="809625" y="3238500"/>
            <a:ext cx="238125" cy="266700"/>
          </a:xfrm>
          <a:prstGeom prst="rect">
            <a:avLst/>
          </a:prstGeom>
          <a:noFill/>
          <a:ln w="0">
            <a:noFill/>
            <a:prstDash val="solid"/>
          </a:ln>
        </p:spPr>
        <p:txBody>
          <a:bodyPr lIns="0" tIns="0" rIns="0" bIns="0"/>
          <a:lstStyle>
            <a:defPPr>
              <a:defRPr sz="1800" b="1">
                <a:solidFill>
                  <a:srgbClr val="FFFFFF"/>
                </a:solidFill>
                <a:latin typeface="Arial" panose="020B0604020202020204"/>
                <a:ea typeface="Arial" panose="020B0604020202020204"/>
                <a:cs typeface="Arial" panose="020B0604020202020204"/>
              </a:defRPr>
            </a:defPPr>
            <a:lvl1pPr>
              <a:defRPr sz="1800" b="1">
                <a:solidFill>
                  <a:srgbClr val="FFFFFF"/>
                </a:solidFill>
                <a:latin typeface="Arial" panose="020B0604020202020204"/>
                <a:ea typeface="Arial" panose="020B0604020202020204"/>
                <a:cs typeface="Arial" panose="020B0604020202020204"/>
              </a:defRPr>
            </a:lvl1pPr>
            <a:lvl2pPr>
              <a:defRPr sz="1800" b="1">
                <a:solidFill>
                  <a:srgbClr val="FFFFFF"/>
                </a:solidFill>
                <a:latin typeface="Arial" panose="020B0604020202020204"/>
                <a:ea typeface="Arial" panose="020B0604020202020204"/>
                <a:cs typeface="Arial" panose="020B0604020202020204"/>
              </a:defRPr>
            </a:lvl2pPr>
            <a:lvl3pPr>
              <a:defRPr sz="1800" b="1">
                <a:solidFill>
                  <a:srgbClr val="FFFFFF"/>
                </a:solidFill>
                <a:latin typeface="Arial" panose="020B0604020202020204"/>
                <a:ea typeface="Arial" panose="020B0604020202020204"/>
                <a:cs typeface="Arial" panose="020B0604020202020204"/>
              </a:defRPr>
            </a:lvl3pPr>
            <a:lvl4pPr>
              <a:defRPr sz="1800" b="1">
                <a:solidFill>
                  <a:srgbClr val="FFFFFF"/>
                </a:solidFill>
                <a:latin typeface="Arial" panose="020B0604020202020204"/>
                <a:ea typeface="Arial" panose="020B0604020202020204"/>
                <a:cs typeface="Arial" panose="020B0604020202020204"/>
              </a:defRPr>
            </a:lvl4pPr>
            <a:lvl5pPr>
              <a:defRPr sz="1800" b="1">
                <a:solidFill>
                  <a:srgbClr val="FFFFFF"/>
                </a:solidFill>
                <a:latin typeface="Arial" panose="020B0604020202020204"/>
                <a:ea typeface="Arial" panose="020B0604020202020204"/>
                <a:cs typeface="Arial" panose="020B0604020202020204"/>
              </a:defRPr>
            </a:lvl5pPr>
            <a:lvl6pPr>
              <a:defRPr sz="1800" b="1">
                <a:solidFill>
                  <a:srgbClr val="FFFFFF"/>
                </a:solidFill>
                <a:latin typeface="Arial" panose="020B0604020202020204"/>
                <a:ea typeface="Arial" panose="020B0604020202020204"/>
                <a:cs typeface="Arial" panose="020B0604020202020204"/>
              </a:defRPr>
            </a:lvl6pPr>
            <a:lvl7pPr>
              <a:defRPr sz="1800" b="1">
                <a:solidFill>
                  <a:srgbClr val="FFFFFF"/>
                </a:solidFill>
                <a:latin typeface="Arial" panose="020B0604020202020204"/>
                <a:ea typeface="Arial" panose="020B0604020202020204"/>
                <a:cs typeface="Arial" panose="020B0604020202020204"/>
              </a:defRPr>
            </a:lvl7pPr>
            <a:lvl8pPr>
              <a:defRPr sz="1800" b="1">
                <a:solidFill>
                  <a:srgbClr val="FFFFFF"/>
                </a:solidFill>
                <a:latin typeface="Arial" panose="020B0604020202020204"/>
                <a:ea typeface="Arial" panose="020B0604020202020204"/>
                <a:cs typeface="Arial" panose="020B0604020202020204"/>
              </a:defRPr>
            </a:lvl8pPr>
            <a:lvl9pPr>
              <a:defRPr sz="1800" b="1">
                <a:solidFill>
                  <a:srgbClr val="FFFFFF"/>
                </a:solidFill>
                <a:latin typeface="Arial" panose="020B0604020202020204"/>
                <a:ea typeface="Arial" panose="020B0604020202020204"/>
                <a:cs typeface="Arial" panose="020B0604020202020204"/>
              </a:defRPr>
            </a:lvl9pPr>
          </a:lstStyle>
          <a:p>
            <a:pPr>
              <a:defRPr sz="1800" b="1">
                <a:solidFill>
                  <a:srgbClr val="FFFFFF"/>
                </a:solidFill>
                <a:latin typeface="Arial" panose="020B0604020202020204"/>
                <a:ea typeface="Arial" panose="020B0604020202020204"/>
                <a:cs typeface="Arial" panose="020B0604020202020204"/>
              </a:defRPr>
            </a:pPr>
            <a:r>
              <a:rPr sz="1800" b="1">
                <a:solidFill>
                  <a:srgbClr val="FFFFFF"/>
                </a:solidFill>
                <a:latin typeface="Arial" panose="020B0604020202020204"/>
                <a:ea typeface="Arial" panose="020B0604020202020204"/>
                <a:cs typeface="Arial" panose="020B0604020202020204"/>
              </a:rPr>
              <a:t>3</a:t>
            </a:r>
            <a:endParaRPr sz="1800" b="1">
              <a:solidFill>
                <a:srgbClr val="FFFFFF"/>
              </a:solidFill>
              <a:latin typeface="Arial" panose="020B0604020202020204"/>
              <a:ea typeface="Arial" panose="020B0604020202020204"/>
              <a:cs typeface="Arial" panose="020B0604020202020204"/>
            </a:endParaRPr>
          </a:p>
        </p:txBody>
      </p:sp>
      <p:sp>
        <p:nvSpPr>
          <p:cNvPr id="58" name="Rectangle 57"/>
          <p:cNvSpPr>
            <a:spLocks noGrp="1"/>
          </p:cNvSpPr>
          <p:nvPr/>
        </p:nvSpPr>
        <p:spPr>
          <a:xfrm>
            <a:off x="1657350" y="3133725"/>
            <a:ext cx="2428875" cy="247650"/>
          </a:xfrm>
          <a:prstGeom prst="rect">
            <a:avLst/>
          </a:prstGeom>
          <a:noFill/>
          <a:ln w="0">
            <a:noFill/>
            <a:prstDash val="solid"/>
          </a:ln>
        </p:spPr>
        <p:txBody>
          <a:bodyPr lIns="0" tIns="0" rIns="0" bIns="0"/>
          <a:lstStyle>
            <a:defPPr>
              <a:defRPr sz="1650" b="1">
                <a:solidFill>
                  <a:srgbClr val="F20D0D"/>
                </a:solidFill>
                <a:latin typeface="Arial" panose="020B0604020202020204"/>
                <a:ea typeface="Arial" panose="020B0604020202020204"/>
                <a:cs typeface="Arial" panose="020B0604020202020204"/>
              </a:defRPr>
            </a:defPPr>
            <a:lvl1pPr>
              <a:defRPr sz="1650" b="1">
                <a:solidFill>
                  <a:srgbClr val="F20D0D"/>
                </a:solidFill>
                <a:latin typeface="Arial" panose="020B0604020202020204"/>
                <a:ea typeface="Arial" panose="020B0604020202020204"/>
                <a:cs typeface="Arial" panose="020B0604020202020204"/>
              </a:defRPr>
            </a:lvl1pPr>
            <a:lvl2pPr>
              <a:defRPr sz="1650" b="1">
                <a:solidFill>
                  <a:srgbClr val="F20D0D"/>
                </a:solidFill>
                <a:latin typeface="Arial" panose="020B0604020202020204"/>
                <a:ea typeface="Arial" panose="020B0604020202020204"/>
                <a:cs typeface="Arial" panose="020B0604020202020204"/>
              </a:defRPr>
            </a:lvl2pPr>
            <a:lvl3pPr>
              <a:defRPr sz="1650" b="1">
                <a:solidFill>
                  <a:srgbClr val="F20D0D"/>
                </a:solidFill>
                <a:latin typeface="Arial" panose="020B0604020202020204"/>
                <a:ea typeface="Arial" panose="020B0604020202020204"/>
                <a:cs typeface="Arial" panose="020B0604020202020204"/>
              </a:defRPr>
            </a:lvl3pPr>
            <a:lvl4pPr>
              <a:defRPr sz="1650" b="1">
                <a:solidFill>
                  <a:srgbClr val="F20D0D"/>
                </a:solidFill>
                <a:latin typeface="Arial" panose="020B0604020202020204"/>
                <a:ea typeface="Arial" panose="020B0604020202020204"/>
                <a:cs typeface="Arial" panose="020B0604020202020204"/>
              </a:defRPr>
            </a:lvl4pPr>
            <a:lvl5pPr>
              <a:defRPr sz="1650" b="1">
                <a:solidFill>
                  <a:srgbClr val="F20D0D"/>
                </a:solidFill>
                <a:latin typeface="Arial" panose="020B0604020202020204"/>
                <a:ea typeface="Arial" panose="020B0604020202020204"/>
                <a:cs typeface="Arial" panose="020B0604020202020204"/>
              </a:defRPr>
            </a:lvl5pPr>
            <a:lvl6pPr>
              <a:defRPr sz="1650" b="1">
                <a:solidFill>
                  <a:srgbClr val="F20D0D"/>
                </a:solidFill>
                <a:latin typeface="Arial" panose="020B0604020202020204"/>
                <a:ea typeface="Arial" panose="020B0604020202020204"/>
                <a:cs typeface="Arial" panose="020B0604020202020204"/>
              </a:defRPr>
            </a:lvl6pPr>
            <a:lvl7pPr>
              <a:defRPr sz="1650" b="1">
                <a:solidFill>
                  <a:srgbClr val="F20D0D"/>
                </a:solidFill>
                <a:latin typeface="Arial" panose="020B0604020202020204"/>
                <a:ea typeface="Arial" panose="020B0604020202020204"/>
                <a:cs typeface="Arial" panose="020B0604020202020204"/>
              </a:defRPr>
            </a:lvl7pPr>
            <a:lvl8pPr>
              <a:defRPr sz="1650" b="1">
                <a:solidFill>
                  <a:srgbClr val="F20D0D"/>
                </a:solidFill>
                <a:latin typeface="Arial" panose="020B0604020202020204"/>
                <a:ea typeface="Arial" panose="020B0604020202020204"/>
                <a:cs typeface="Arial" panose="020B0604020202020204"/>
              </a:defRPr>
            </a:lvl8pPr>
            <a:lvl9pPr>
              <a:defRPr sz="1650" b="1">
                <a:solidFill>
                  <a:srgbClr val="F20D0D"/>
                </a:solidFill>
                <a:latin typeface="Arial" panose="020B0604020202020204"/>
                <a:ea typeface="Arial" panose="020B0604020202020204"/>
                <a:cs typeface="Arial" panose="020B0604020202020204"/>
              </a:defRPr>
            </a:lvl9pPr>
          </a:lstStyle>
          <a:p>
            <a:pPr>
              <a:defRPr sz="1650" b="1">
                <a:solidFill>
                  <a:srgbClr val="F20D0D"/>
                </a:solidFill>
                <a:latin typeface="Arial" panose="020B0604020202020204"/>
                <a:ea typeface="Arial" panose="020B0604020202020204"/>
                <a:cs typeface="Arial" panose="020B0604020202020204"/>
              </a:defRPr>
            </a:pPr>
            <a:r>
              <a:rPr sz="1650" b="1">
                <a:solidFill>
                  <a:srgbClr val="F20D0D"/>
                </a:solidFill>
                <a:latin typeface="Arial" panose="020B0604020202020204"/>
                <a:ea typeface="Arial" panose="020B0604020202020204"/>
                <a:cs typeface="Arial" panose="020B0604020202020204"/>
              </a:rPr>
              <a:t>Đăng ký lắng nghe</a:t>
            </a:r>
            <a:endParaRPr sz="1650" b="1">
              <a:solidFill>
                <a:srgbClr val="F20D0D"/>
              </a:solidFill>
              <a:latin typeface="Arial" panose="020B0604020202020204"/>
              <a:ea typeface="Arial" panose="020B0604020202020204"/>
              <a:cs typeface="Arial" panose="020B0604020202020204"/>
            </a:endParaRPr>
          </a:p>
        </p:txBody>
      </p:sp>
      <p:sp>
        <p:nvSpPr>
          <p:cNvPr id="59" name="Rectangle 58"/>
          <p:cNvSpPr>
            <a:spLocks noGrp="1"/>
          </p:cNvSpPr>
          <p:nvPr/>
        </p:nvSpPr>
        <p:spPr>
          <a:xfrm>
            <a:off x="4286250" y="3133725"/>
            <a:ext cx="6572250" cy="247650"/>
          </a:xfrm>
          <a:prstGeom prst="rect">
            <a:avLst/>
          </a:prstGeom>
          <a:noFill/>
          <a:ln w="0">
            <a:noFill/>
            <a:prstDash val="solid"/>
          </a:ln>
        </p:spPr>
        <p:txBody>
          <a:bodyPr lIns="0" tIns="0" rIns="0" bIns="0"/>
          <a:lstStyle>
            <a:defPPr>
              <a:defRPr sz="1500" b="1">
                <a:solidFill>
                  <a:srgbClr val="173047"/>
                </a:solidFill>
                <a:latin typeface="Arial" panose="020B0604020202020204"/>
                <a:ea typeface="Arial" panose="020B0604020202020204"/>
                <a:cs typeface="Arial" panose="020B0604020202020204"/>
              </a:defRPr>
            </a:defPPr>
            <a:lvl1pPr>
              <a:defRPr sz="1500" b="1">
                <a:solidFill>
                  <a:srgbClr val="173047"/>
                </a:solidFill>
                <a:latin typeface="Arial" panose="020B0604020202020204"/>
                <a:ea typeface="Arial" panose="020B0604020202020204"/>
                <a:cs typeface="Arial" panose="020B0604020202020204"/>
              </a:defRPr>
            </a:lvl1pPr>
            <a:lvl2pPr>
              <a:defRPr sz="1500" b="1">
                <a:solidFill>
                  <a:srgbClr val="173047"/>
                </a:solidFill>
                <a:latin typeface="Arial" panose="020B0604020202020204"/>
                <a:ea typeface="Arial" panose="020B0604020202020204"/>
                <a:cs typeface="Arial" panose="020B0604020202020204"/>
              </a:defRPr>
            </a:lvl2pPr>
            <a:lvl3pPr>
              <a:defRPr sz="1500" b="1">
                <a:solidFill>
                  <a:srgbClr val="173047"/>
                </a:solidFill>
                <a:latin typeface="Arial" panose="020B0604020202020204"/>
                <a:ea typeface="Arial" panose="020B0604020202020204"/>
                <a:cs typeface="Arial" panose="020B0604020202020204"/>
              </a:defRPr>
            </a:lvl3pPr>
            <a:lvl4pPr>
              <a:defRPr sz="1500" b="1">
                <a:solidFill>
                  <a:srgbClr val="173047"/>
                </a:solidFill>
                <a:latin typeface="Arial" panose="020B0604020202020204"/>
                <a:ea typeface="Arial" panose="020B0604020202020204"/>
                <a:cs typeface="Arial" panose="020B0604020202020204"/>
              </a:defRPr>
            </a:lvl4pPr>
            <a:lvl5pPr>
              <a:defRPr sz="1500" b="1">
                <a:solidFill>
                  <a:srgbClr val="173047"/>
                </a:solidFill>
                <a:latin typeface="Arial" panose="020B0604020202020204"/>
                <a:ea typeface="Arial" panose="020B0604020202020204"/>
                <a:cs typeface="Arial" panose="020B0604020202020204"/>
              </a:defRPr>
            </a:lvl5pPr>
            <a:lvl6pPr>
              <a:defRPr sz="1500" b="1">
                <a:solidFill>
                  <a:srgbClr val="173047"/>
                </a:solidFill>
                <a:latin typeface="Arial" panose="020B0604020202020204"/>
                <a:ea typeface="Arial" panose="020B0604020202020204"/>
                <a:cs typeface="Arial" panose="020B0604020202020204"/>
              </a:defRPr>
            </a:lvl6pPr>
            <a:lvl7pPr>
              <a:defRPr sz="1500" b="1">
                <a:solidFill>
                  <a:srgbClr val="173047"/>
                </a:solidFill>
                <a:latin typeface="Arial" panose="020B0604020202020204"/>
                <a:ea typeface="Arial" panose="020B0604020202020204"/>
                <a:cs typeface="Arial" panose="020B0604020202020204"/>
              </a:defRPr>
            </a:lvl7pPr>
            <a:lvl8pPr>
              <a:defRPr sz="1500" b="1">
                <a:solidFill>
                  <a:srgbClr val="173047"/>
                </a:solidFill>
                <a:latin typeface="Arial" panose="020B0604020202020204"/>
                <a:ea typeface="Arial" panose="020B0604020202020204"/>
                <a:cs typeface="Arial" panose="020B0604020202020204"/>
              </a:defRPr>
            </a:lvl8pPr>
            <a:lvl9pPr>
              <a:defRPr sz="1500" b="1">
                <a:solidFill>
                  <a:srgbClr val="173047"/>
                </a:solidFill>
                <a:latin typeface="Arial" panose="020B0604020202020204"/>
                <a:ea typeface="Arial" panose="020B0604020202020204"/>
                <a:cs typeface="Arial" panose="020B0604020202020204"/>
              </a:defRPr>
            </a:lvl9pPr>
          </a:lstStyle>
          <a:p>
            <a:pPr>
              <a:defRPr sz="1500" b="1">
                <a:solidFill>
                  <a:srgbClr val="173047"/>
                </a:solidFill>
                <a:latin typeface="Arial" panose="020B0604020202020204"/>
                <a:ea typeface="Arial" panose="020B0604020202020204"/>
                <a:cs typeface="Arial" panose="020B0604020202020204"/>
              </a:defRPr>
            </a:pPr>
            <a:r>
              <a:rPr sz="1500" b="1">
                <a:solidFill>
                  <a:srgbClr val="173047"/>
                </a:solidFill>
                <a:latin typeface="Arial" panose="020B0604020202020204"/>
                <a:ea typeface="Arial" panose="020B0604020202020204"/>
                <a:cs typeface="Arial" panose="020B0604020202020204"/>
              </a:rPr>
              <a:t>onResume()  →  registerListener(...)</a:t>
            </a:r>
            <a:endParaRPr sz="1500" b="1">
              <a:solidFill>
                <a:srgbClr val="173047"/>
              </a:solidFill>
              <a:latin typeface="Arial" panose="020B0604020202020204"/>
              <a:ea typeface="Arial" panose="020B0604020202020204"/>
              <a:cs typeface="Arial" panose="020B0604020202020204"/>
            </a:endParaRPr>
          </a:p>
        </p:txBody>
      </p:sp>
      <p:sp>
        <p:nvSpPr>
          <p:cNvPr id="60" name="Rectangle 59"/>
          <p:cNvSpPr>
            <a:spLocks noGrp="1"/>
          </p:cNvSpPr>
          <p:nvPr/>
        </p:nvSpPr>
        <p:spPr>
          <a:xfrm>
            <a:off x="1657350" y="3448050"/>
            <a:ext cx="9239250" cy="257175"/>
          </a:xfrm>
          <a:prstGeom prst="rect">
            <a:avLst/>
          </a:prstGeom>
          <a:noFill/>
          <a:ln w="0">
            <a:noFill/>
            <a:prstDash val="solid"/>
          </a:ln>
        </p:spPr>
        <p:txBody>
          <a:bodyPr lIns="0" tIns="0" rIns="0" bIns="0"/>
          <a:lstStyle>
            <a:defPPr>
              <a:defRPr sz="1350" b="0">
                <a:solidFill>
                  <a:srgbClr val="4D4D4D"/>
                </a:solidFill>
                <a:latin typeface="Arial" panose="020B0604020202020204"/>
                <a:ea typeface="Arial" panose="020B0604020202020204"/>
                <a:cs typeface="Arial" panose="020B0604020202020204"/>
              </a:defRPr>
            </a:defPPr>
            <a:lvl1pPr>
              <a:defRPr sz="1350" b="0">
                <a:solidFill>
                  <a:srgbClr val="4D4D4D"/>
                </a:solidFill>
                <a:latin typeface="Arial" panose="020B0604020202020204"/>
                <a:ea typeface="Arial" panose="020B0604020202020204"/>
                <a:cs typeface="Arial" panose="020B0604020202020204"/>
              </a:defRPr>
            </a:lvl1pPr>
            <a:lvl2pPr>
              <a:defRPr sz="1350" b="0">
                <a:solidFill>
                  <a:srgbClr val="4D4D4D"/>
                </a:solidFill>
                <a:latin typeface="Arial" panose="020B0604020202020204"/>
                <a:ea typeface="Arial" panose="020B0604020202020204"/>
                <a:cs typeface="Arial" panose="020B0604020202020204"/>
              </a:defRPr>
            </a:lvl2pPr>
            <a:lvl3pPr>
              <a:defRPr sz="1350" b="0">
                <a:solidFill>
                  <a:srgbClr val="4D4D4D"/>
                </a:solidFill>
                <a:latin typeface="Arial" panose="020B0604020202020204"/>
                <a:ea typeface="Arial" panose="020B0604020202020204"/>
                <a:cs typeface="Arial" panose="020B0604020202020204"/>
              </a:defRPr>
            </a:lvl3pPr>
            <a:lvl4pPr>
              <a:defRPr sz="1350" b="0">
                <a:solidFill>
                  <a:srgbClr val="4D4D4D"/>
                </a:solidFill>
                <a:latin typeface="Arial" panose="020B0604020202020204"/>
                <a:ea typeface="Arial" panose="020B0604020202020204"/>
                <a:cs typeface="Arial" panose="020B0604020202020204"/>
              </a:defRPr>
            </a:lvl4pPr>
            <a:lvl5pPr>
              <a:defRPr sz="1350" b="0">
                <a:solidFill>
                  <a:srgbClr val="4D4D4D"/>
                </a:solidFill>
                <a:latin typeface="Arial" panose="020B0604020202020204"/>
                <a:ea typeface="Arial" panose="020B0604020202020204"/>
                <a:cs typeface="Arial" panose="020B0604020202020204"/>
              </a:defRPr>
            </a:lvl5pPr>
            <a:lvl6pPr>
              <a:defRPr sz="1350" b="0">
                <a:solidFill>
                  <a:srgbClr val="4D4D4D"/>
                </a:solidFill>
                <a:latin typeface="Arial" panose="020B0604020202020204"/>
                <a:ea typeface="Arial" panose="020B0604020202020204"/>
                <a:cs typeface="Arial" panose="020B0604020202020204"/>
              </a:defRPr>
            </a:lvl6pPr>
            <a:lvl7pPr>
              <a:defRPr sz="1350" b="0">
                <a:solidFill>
                  <a:srgbClr val="4D4D4D"/>
                </a:solidFill>
                <a:latin typeface="Arial" panose="020B0604020202020204"/>
                <a:ea typeface="Arial" panose="020B0604020202020204"/>
                <a:cs typeface="Arial" panose="020B0604020202020204"/>
              </a:defRPr>
            </a:lvl7pPr>
            <a:lvl8pPr>
              <a:defRPr sz="1350" b="0">
                <a:solidFill>
                  <a:srgbClr val="4D4D4D"/>
                </a:solidFill>
                <a:latin typeface="Arial" panose="020B0604020202020204"/>
                <a:ea typeface="Arial" panose="020B0604020202020204"/>
                <a:cs typeface="Arial" panose="020B0604020202020204"/>
              </a:defRPr>
            </a:lvl8pPr>
            <a:lvl9pPr>
              <a:defRPr sz="1350" b="0">
                <a:solidFill>
                  <a:srgbClr val="4D4D4D"/>
                </a:solidFill>
                <a:latin typeface="Arial" panose="020B0604020202020204"/>
                <a:ea typeface="Arial" panose="020B0604020202020204"/>
                <a:cs typeface="Arial" panose="020B0604020202020204"/>
              </a:defRPr>
            </a:lvl9pPr>
          </a:lstStyle>
          <a:p>
            <a:pPr>
              <a:defRPr sz="1350" b="0">
                <a:solidFill>
                  <a:srgbClr val="4D4D4D"/>
                </a:solidFill>
                <a:latin typeface="Arial" panose="020B0604020202020204"/>
                <a:ea typeface="Arial" panose="020B0604020202020204"/>
                <a:cs typeface="Arial" panose="020B0604020202020204"/>
              </a:defRPr>
            </a:pPr>
            <a:r>
              <a:rPr sz="1350" b="0">
                <a:solidFill>
                  <a:srgbClr val="4D4D4D"/>
                </a:solidFill>
                <a:latin typeface="Arial" panose="020B0604020202020204"/>
                <a:ea typeface="Arial" panose="020B0604020202020204"/>
                <a:cs typeface="Arial" panose="020B0604020202020204"/>
              </a:rPr>
              <a:t>Chọn SensorEventListener và tốc độ lấy mẫu cần thiết.</a:t>
            </a:r>
            <a:endParaRPr sz="1350" b="0">
              <a:solidFill>
                <a:srgbClr val="4D4D4D"/>
              </a:solidFill>
              <a:latin typeface="Arial" panose="020B0604020202020204"/>
              <a:ea typeface="Arial" panose="020B0604020202020204"/>
              <a:cs typeface="Arial" panose="020B0604020202020204"/>
            </a:endParaRPr>
          </a:p>
        </p:txBody>
      </p:sp>
      <p:sp>
        <p:nvSpPr>
          <p:cNvPr id="61" name="Down Arrow 60"/>
          <p:cNvSpPr>
            <a:spLocks noGrp="1"/>
          </p:cNvSpPr>
          <p:nvPr/>
        </p:nvSpPr>
        <p:spPr>
          <a:xfrm>
            <a:off x="5924550" y="3800475"/>
            <a:ext cx="285750" cy="200025"/>
          </a:xfrm>
          <a:prstGeom prst="downArrow">
            <a:avLst/>
          </a:prstGeom>
          <a:solidFill>
            <a:srgbClr val="4E8DF6"/>
          </a:solidFill>
          <a:ln w="9525">
            <a:solidFill>
              <a:srgbClr val="4E8DF6"/>
            </a:solidFill>
            <a:prstDash val="solid"/>
          </a:ln>
        </p:spPr>
      </p:sp>
      <p:sp>
        <p:nvSpPr>
          <p:cNvPr id="62" name="Rounded Rectangle 61"/>
          <p:cNvSpPr>
            <a:spLocks noGrp="1"/>
          </p:cNvSpPr>
          <p:nvPr/>
        </p:nvSpPr>
        <p:spPr>
          <a:xfrm>
            <a:off x="1409700" y="4029075"/>
            <a:ext cx="10096500" cy="723900"/>
          </a:xfrm>
          <a:prstGeom prst="roundRect">
            <a:avLst>
              <a:gd name="adj" fmla="val 18421"/>
            </a:avLst>
          </a:prstGeom>
          <a:solidFill>
            <a:srgbClr val="FFFFFF"/>
          </a:solidFill>
          <a:ln w="14288">
            <a:solidFill>
              <a:srgbClr val="A9BFE8"/>
            </a:solidFill>
            <a:prstDash val="solid"/>
          </a:ln>
        </p:spPr>
      </p:sp>
      <p:sp>
        <p:nvSpPr>
          <p:cNvPr id="63" name="Oval 62"/>
          <p:cNvSpPr>
            <a:spLocks noGrp="1"/>
          </p:cNvSpPr>
          <p:nvPr/>
        </p:nvSpPr>
        <p:spPr>
          <a:xfrm>
            <a:off x="638175" y="4095750"/>
            <a:ext cx="571500" cy="571500"/>
          </a:xfrm>
          <a:prstGeom prst="ellipse">
            <a:avLst/>
          </a:prstGeom>
          <a:solidFill>
            <a:srgbClr val="4E8DF6"/>
          </a:solidFill>
          <a:ln w="9525">
            <a:solidFill>
              <a:srgbClr val="4E8DF6"/>
            </a:solidFill>
            <a:prstDash val="solid"/>
          </a:ln>
        </p:spPr>
      </p:sp>
      <p:sp>
        <p:nvSpPr>
          <p:cNvPr id="64" name="Rectangle 63"/>
          <p:cNvSpPr>
            <a:spLocks noGrp="1"/>
          </p:cNvSpPr>
          <p:nvPr/>
        </p:nvSpPr>
        <p:spPr>
          <a:xfrm>
            <a:off x="809625" y="4229100"/>
            <a:ext cx="238125" cy="266700"/>
          </a:xfrm>
          <a:prstGeom prst="rect">
            <a:avLst/>
          </a:prstGeom>
          <a:noFill/>
          <a:ln w="0">
            <a:noFill/>
            <a:prstDash val="solid"/>
          </a:ln>
        </p:spPr>
        <p:txBody>
          <a:bodyPr lIns="0" tIns="0" rIns="0" bIns="0"/>
          <a:lstStyle>
            <a:defPPr>
              <a:defRPr sz="1800" b="1">
                <a:solidFill>
                  <a:srgbClr val="FFFFFF"/>
                </a:solidFill>
                <a:latin typeface="Arial" panose="020B0604020202020204"/>
                <a:ea typeface="Arial" panose="020B0604020202020204"/>
                <a:cs typeface="Arial" panose="020B0604020202020204"/>
              </a:defRPr>
            </a:defPPr>
            <a:lvl1pPr>
              <a:defRPr sz="1800" b="1">
                <a:solidFill>
                  <a:srgbClr val="FFFFFF"/>
                </a:solidFill>
                <a:latin typeface="Arial" panose="020B0604020202020204"/>
                <a:ea typeface="Arial" panose="020B0604020202020204"/>
                <a:cs typeface="Arial" panose="020B0604020202020204"/>
              </a:defRPr>
            </a:lvl1pPr>
            <a:lvl2pPr>
              <a:defRPr sz="1800" b="1">
                <a:solidFill>
                  <a:srgbClr val="FFFFFF"/>
                </a:solidFill>
                <a:latin typeface="Arial" panose="020B0604020202020204"/>
                <a:ea typeface="Arial" panose="020B0604020202020204"/>
                <a:cs typeface="Arial" panose="020B0604020202020204"/>
              </a:defRPr>
            </a:lvl2pPr>
            <a:lvl3pPr>
              <a:defRPr sz="1800" b="1">
                <a:solidFill>
                  <a:srgbClr val="FFFFFF"/>
                </a:solidFill>
                <a:latin typeface="Arial" panose="020B0604020202020204"/>
                <a:ea typeface="Arial" panose="020B0604020202020204"/>
                <a:cs typeface="Arial" panose="020B0604020202020204"/>
              </a:defRPr>
            </a:lvl3pPr>
            <a:lvl4pPr>
              <a:defRPr sz="1800" b="1">
                <a:solidFill>
                  <a:srgbClr val="FFFFFF"/>
                </a:solidFill>
                <a:latin typeface="Arial" panose="020B0604020202020204"/>
                <a:ea typeface="Arial" panose="020B0604020202020204"/>
                <a:cs typeface="Arial" panose="020B0604020202020204"/>
              </a:defRPr>
            </a:lvl4pPr>
            <a:lvl5pPr>
              <a:defRPr sz="1800" b="1">
                <a:solidFill>
                  <a:srgbClr val="FFFFFF"/>
                </a:solidFill>
                <a:latin typeface="Arial" panose="020B0604020202020204"/>
                <a:ea typeface="Arial" panose="020B0604020202020204"/>
                <a:cs typeface="Arial" panose="020B0604020202020204"/>
              </a:defRPr>
            </a:lvl5pPr>
            <a:lvl6pPr>
              <a:defRPr sz="1800" b="1">
                <a:solidFill>
                  <a:srgbClr val="FFFFFF"/>
                </a:solidFill>
                <a:latin typeface="Arial" panose="020B0604020202020204"/>
                <a:ea typeface="Arial" panose="020B0604020202020204"/>
                <a:cs typeface="Arial" panose="020B0604020202020204"/>
              </a:defRPr>
            </a:lvl6pPr>
            <a:lvl7pPr>
              <a:defRPr sz="1800" b="1">
                <a:solidFill>
                  <a:srgbClr val="FFFFFF"/>
                </a:solidFill>
                <a:latin typeface="Arial" panose="020B0604020202020204"/>
                <a:ea typeface="Arial" panose="020B0604020202020204"/>
                <a:cs typeface="Arial" panose="020B0604020202020204"/>
              </a:defRPr>
            </a:lvl7pPr>
            <a:lvl8pPr>
              <a:defRPr sz="1800" b="1">
                <a:solidFill>
                  <a:srgbClr val="FFFFFF"/>
                </a:solidFill>
                <a:latin typeface="Arial" panose="020B0604020202020204"/>
                <a:ea typeface="Arial" panose="020B0604020202020204"/>
                <a:cs typeface="Arial" panose="020B0604020202020204"/>
              </a:defRPr>
            </a:lvl8pPr>
            <a:lvl9pPr>
              <a:defRPr sz="1800" b="1">
                <a:solidFill>
                  <a:srgbClr val="FFFFFF"/>
                </a:solidFill>
                <a:latin typeface="Arial" panose="020B0604020202020204"/>
                <a:ea typeface="Arial" panose="020B0604020202020204"/>
                <a:cs typeface="Arial" panose="020B0604020202020204"/>
              </a:defRPr>
            </a:lvl9pPr>
          </a:lstStyle>
          <a:p>
            <a:pPr>
              <a:defRPr sz="1800" b="1">
                <a:solidFill>
                  <a:srgbClr val="FFFFFF"/>
                </a:solidFill>
                <a:latin typeface="Arial" panose="020B0604020202020204"/>
                <a:ea typeface="Arial" panose="020B0604020202020204"/>
                <a:cs typeface="Arial" panose="020B0604020202020204"/>
              </a:defRPr>
            </a:pPr>
            <a:r>
              <a:rPr sz="1800" b="1">
                <a:solidFill>
                  <a:srgbClr val="FFFFFF"/>
                </a:solidFill>
                <a:latin typeface="Arial" panose="020B0604020202020204"/>
                <a:ea typeface="Arial" panose="020B0604020202020204"/>
                <a:cs typeface="Arial" panose="020B0604020202020204"/>
              </a:rPr>
              <a:t>4</a:t>
            </a:r>
            <a:endParaRPr sz="1800" b="1">
              <a:solidFill>
                <a:srgbClr val="FFFFFF"/>
              </a:solidFill>
              <a:latin typeface="Arial" panose="020B0604020202020204"/>
              <a:ea typeface="Arial" panose="020B0604020202020204"/>
              <a:cs typeface="Arial" panose="020B0604020202020204"/>
            </a:endParaRPr>
          </a:p>
        </p:txBody>
      </p:sp>
      <p:sp>
        <p:nvSpPr>
          <p:cNvPr id="65" name="Rectangle 64"/>
          <p:cNvSpPr>
            <a:spLocks noGrp="1"/>
          </p:cNvSpPr>
          <p:nvPr/>
        </p:nvSpPr>
        <p:spPr>
          <a:xfrm>
            <a:off x="1657350" y="4124325"/>
            <a:ext cx="2428875" cy="247650"/>
          </a:xfrm>
          <a:prstGeom prst="rect">
            <a:avLst/>
          </a:prstGeom>
          <a:noFill/>
          <a:ln w="0">
            <a:noFill/>
            <a:prstDash val="solid"/>
          </a:ln>
        </p:spPr>
        <p:txBody>
          <a:bodyPr lIns="0" tIns="0" rIns="0" bIns="0"/>
          <a:lstStyle>
            <a:defPPr>
              <a:defRPr sz="1650" b="1">
                <a:solidFill>
                  <a:srgbClr val="F20D0D"/>
                </a:solidFill>
                <a:latin typeface="Arial" panose="020B0604020202020204"/>
                <a:ea typeface="Arial" panose="020B0604020202020204"/>
                <a:cs typeface="Arial" panose="020B0604020202020204"/>
              </a:defRPr>
            </a:defPPr>
            <a:lvl1pPr>
              <a:defRPr sz="1650" b="1">
                <a:solidFill>
                  <a:srgbClr val="F20D0D"/>
                </a:solidFill>
                <a:latin typeface="Arial" panose="020B0604020202020204"/>
                <a:ea typeface="Arial" panose="020B0604020202020204"/>
                <a:cs typeface="Arial" panose="020B0604020202020204"/>
              </a:defRPr>
            </a:lvl1pPr>
            <a:lvl2pPr>
              <a:defRPr sz="1650" b="1">
                <a:solidFill>
                  <a:srgbClr val="F20D0D"/>
                </a:solidFill>
                <a:latin typeface="Arial" panose="020B0604020202020204"/>
                <a:ea typeface="Arial" panose="020B0604020202020204"/>
                <a:cs typeface="Arial" panose="020B0604020202020204"/>
              </a:defRPr>
            </a:lvl2pPr>
            <a:lvl3pPr>
              <a:defRPr sz="1650" b="1">
                <a:solidFill>
                  <a:srgbClr val="F20D0D"/>
                </a:solidFill>
                <a:latin typeface="Arial" panose="020B0604020202020204"/>
                <a:ea typeface="Arial" panose="020B0604020202020204"/>
                <a:cs typeface="Arial" panose="020B0604020202020204"/>
              </a:defRPr>
            </a:lvl3pPr>
            <a:lvl4pPr>
              <a:defRPr sz="1650" b="1">
                <a:solidFill>
                  <a:srgbClr val="F20D0D"/>
                </a:solidFill>
                <a:latin typeface="Arial" panose="020B0604020202020204"/>
                <a:ea typeface="Arial" panose="020B0604020202020204"/>
                <a:cs typeface="Arial" panose="020B0604020202020204"/>
              </a:defRPr>
            </a:lvl4pPr>
            <a:lvl5pPr>
              <a:defRPr sz="1650" b="1">
                <a:solidFill>
                  <a:srgbClr val="F20D0D"/>
                </a:solidFill>
                <a:latin typeface="Arial" panose="020B0604020202020204"/>
                <a:ea typeface="Arial" panose="020B0604020202020204"/>
                <a:cs typeface="Arial" panose="020B0604020202020204"/>
              </a:defRPr>
            </a:lvl5pPr>
            <a:lvl6pPr>
              <a:defRPr sz="1650" b="1">
                <a:solidFill>
                  <a:srgbClr val="F20D0D"/>
                </a:solidFill>
                <a:latin typeface="Arial" panose="020B0604020202020204"/>
                <a:ea typeface="Arial" panose="020B0604020202020204"/>
                <a:cs typeface="Arial" panose="020B0604020202020204"/>
              </a:defRPr>
            </a:lvl6pPr>
            <a:lvl7pPr>
              <a:defRPr sz="1650" b="1">
                <a:solidFill>
                  <a:srgbClr val="F20D0D"/>
                </a:solidFill>
                <a:latin typeface="Arial" panose="020B0604020202020204"/>
                <a:ea typeface="Arial" panose="020B0604020202020204"/>
                <a:cs typeface="Arial" panose="020B0604020202020204"/>
              </a:defRPr>
            </a:lvl7pPr>
            <a:lvl8pPr>
              <a:defRPr sz="1650" b="1">
                <a:solidFill>
                  <a:srgbClr val="F20D0D"/>
                </a:solidFill>
                <a:latin typeface="Arial" panose="020B0604020202020204"/>
                <a:ea typeface="Arial" panose="020B0604020202020204"/>
                <a:cs typeface="Arial" panose="020B0604020202020204"/>
              </a:defRPr>
            </a:lvl8pPr>
            <a:lvl9pPr>
              <a:defRPr sz="1650" b="1">
                <a:solidFill>
                  <a:srgbClr val="F20D0D"/>
                </a:solidFill>
                <a:latin typeface="Arial" panose="020B0604020202020204"/>
                <a:ea typeface="Arial" panose="020B0604020202020204"/>
                <a:cs typeface="Arial" panose="020B0604020202020204"/>
              </a:defRPr>
            </a:lvl9pPr>
          </a:lstStyle>
          <a:p>
            <a:pPr>
              <a:defRPr sz="1650" b="1">
                <a:solidFill>
                  <a:srgbClr val="F20D0D"/>
                </a:solidFill>
                <a:latin typeface="Arial" panose="020B0604020202020204"/>
                <a:ea typeface="Arial" panose="020B0604020202020204"/>
                <a:cs typeface="Arial" panose="020B0604020202020204"/>
              </a:defRPr>
            </a:pPr>
            <a:r>
              <a:rPr sz="1650" b="1">
                <a:solidFill>
                  <a:srgbClr val="F20D0D"/>
                </a:solidFill>
                <a:latin typeface="Arial" panose="020B0604020202020204"/>
                <a:ea typeface="Arial" panose="020B0604020202020204"/>
                <a:cs typeface="Arial" panose="020B0604020202020204"/>
              </a:rPr>
              <a:t>Nhận và xử lý</a:t>
            </a:r>
            <a:endParaRPr sz="1650" b="1">
              <a:solidFill>
                <a:srgbClr val="F20D0D"/>
              </a:solidFill>
              <a:latin typeface="Arial" panose="020B0604020202020204"/>
              <a:ea typeface="Arial" panose="020B0604020202020204"/>
              <a:cs typeface="Arial" panose="020B0604020202020204"/>
            </a:endParaRPr>
          </a:p>
        </p:txBody>
      </p:sp>
      <p:sp>
        <p:nvSpPr>
          <p:cNvPr id="66" name="Rectangle 65"/>
          <p:cNvSpPr>
            <a:spLocks noGrp="1"/>
          </p:cNvSpPr>
          <p:nvPr/>
        </p:nvSpPr>
        <p:spPr>
          <a:xfrm>
            <a:off x="4286250" y="4124325"/>
            <a:ext cx="6572250" cy="247650"/>
          </a:xfrm>
          <a:prstGeom prst="rect">
            <a:avLst/>
          </a:prstGeom>
          <a:noFill/>
          <a:ln w="0">
            <a:noFill/>
            <a:prstDash val="solid"/>
          </a:ln>
        </p:spPr>
        <p:txBody>
          <a:bodyPr lIns="0" tIns="0" rIns="0" bIns="0"/>
          <a:lstStyle>
            <a:defPPr>
              <a:defRPr sz="1500" b="1">
                <a:solidFill>
                  <a:srgbClr val="173047"/>
                </a:solidFill>
                <a:latin typeface="Arial" panose="020B0604020202020204"/>
                <a:ea typeface="Arial" panose="020B0604020202020204"/>
                <a:cs typeface="Arial" panose="020B0604020202020204"/>
              </a:defRPr>
            </a:defPPr>
            <a:lvl1pPr>
              <a:defRPr sz="1500" b="1">
                <a:solidFill>
                  <a:srgbClr val="173047"/>
                </a:solidFill>
                <a:latin typeface="Arial" panose="020B0604020202020204"/>
                <a:ea typeface="Arial" panose="020B0604020202020204"/>
                <a:cs typeface="Arial" panose="020B0604020202020204"/>
              </a:defRPr>
            </a:lvl1pPr>
            <a:lvl2pPr>
              <a:defRPr sz="1500" b="1">
                <a:solidFill>
                  <a:srgbClr val="173047"/>
                </a:solidFill>
                <a:latin typeface="Arial" panose="020B0604020202020204"/>
                <a:ea typeface="Arial" panose="020B0604020202020204"/>
                <a:cs typeface="Arial" panose="020B0604020202020204"/>
              </a:defRPr>
            </a:lvl2pPr>
            <a:lvl3pPr>
              <a:defRPr sz="1500" b="1">
                <a:solidFill>
                  <a:srgbClr val="173047"/>
                </a:solidFill>
                <a:latin typeface="Arial" panose="020B0604020202020204"/>
                <a:ea typeface="Arial" panose="020B0604020202020204"/>
                <a:cs typeface="Arial" panose="020B0604020202020204"/>
              </a:defRPr>
            </a:lvl3pPr>
            <a:lvl4pPr>
              <a:defRPr sz="1500" b="1">
                <a:solidFill>
                  <a:srgbClr val="173047"/>
                </a:solidFill>
                <a:latin typeface="Arial" panose="020B0604020202020204"/>
                <a:ea typeface="Arial" panose="020B0604020202020204"/>
                <a:cs typeface="Arial" panose="020B0604020202020204"/>
              </a:defRPr>
            </a:lvl4pPr>
            <a:lvl5pPr>
              <a:defRPr sz="1500" b="1">
                <a:solidFill>
                  <a:srgbClr val="173047"/>
                </a:solidFill>
                <a:latin typeface="Arial" panose="020B0604020202020204"/>
                <a:ea typeface="Arial" panose="020B0604020202020204"/>
                <a:cs typeface="Arial" panose="020B0604020202020204"/>
              </a:defRPr>
            </a:lvl5pPr>
            <a:lvl6pPr>
              <a:defRPr sz="1500" b="1">
                <a:solidFill>
                  <a:srgbClr val="173047"/>
                </a:solidFill>
                <a:latin typeface="Arial" panose="020B0604020202020204"/>
                <a:ea typeface="Arial" panose="020B0604020202020204"/>
                <a:cs typeface="Arial" panose="020B0604020202020204"/>
              </a:defRPr>
            </a:lvl6pPr>
            <a:lvl7pPr>
              <a:defRPr sz="1500" b="1">
                <a:solidFill>
                  <a:srgbClr val="173047"/>
                </a:solidFill>
                <a:latin typeface="Arial" panose="020B0604020202020204"/>
                <a:ea typeface="Arial" panose="020B0604020202020204"/>
                <a:cs typeface="Arial" panose="020B0604020202020204"/>
              </a:defRPr>
            </a:lvl7pPr>
            <a:lvl8pPr>
              <a:defRPr sz="1500" b="1">
                <a:solidFill>
                  <a:srgbClr val="173047"/>
                </a:solidFill>
                <a:latin typeface="Arial" panose="020B0604020202020204"/>
                <a:ea typeface="Arial" panose="020B0604020202020204"/>
                <a:cs typeface="Arial" panose="020B0604020202020204"/>
              </a:defRPr>
            </a:lvl8pPr>
            <a:lvl9pPr>
              <a:defRPr sz="1500" b="1">
                <a:solidFill>
                  <a:srgbClr val="173047"/>
                </a:solidFill>
                <a:latin typeface="Arial" panose="020B0604020202020204"/>
                <a:ea typeface="Arial" panose="020B0604020202020204"/>
                <a:cs typeface="Arial" panose="020B0604020202020204"/>
              </a:defRPr>
            </a:lvl9pPr>
          </a:lstStyle>
          <a:p>
            <a:pPr>
              <a:defRPr sz="1500" b="1">
                <a:solidFill>
                  <a:srgbClr val="173047"/>
                </a:solidFill>
                <a:latin typeface="Arial" panose="020B0604020202020204"/>
                <a:ea typeface="Arial" panose="020B0604020202020204"/>
                <a:cs typeface="Arial" panose="020B0604020202020204"/>
              </a:defRPr>
            </a:pPr>
            <a:r>
              <a:rPr sz="1500" b="1">
                <a:solidFill>
                  <a:srgbClr val="173047"/>
                </a:solidFill>
                <a:latin typeface="Arial" panose="020B0604020202020204"/>
                <a:ea typeface="Arial" panose="020B0604020202020204"/>
                <a:cs typeface="Arial" panose="020B0604020202020204"/>
              </a:rPr>
              <a:t>onSensorChanged(event)</a:t>
            </a:r>
            <a:endParaRPr sz="1500" b="1">
              <a:solidFill>
                <a:srgbClr val="173047"/>
              </a:solidFill>
              <a:latin typeface="Arial" panose="020B0604020202020204"/>
              <a:ea typeface="Arial" panose="020B0604020202020204"/>
              <a:cs typeface="Arial" panose="020B0604020202020204"/>
            </a:endParaRPr>
          </a:p>
        </p:txBody>
      </p:sp>
      <p:sp>
        <p:nvSpPr>
          <p:cNvPr id="67" name="Rectangle 66"/>
          <p:cNvSpPr>
            <a:spLocks noGrp="1"/>
          </p:cNvSpPr>
          <p:nvPr/>
        </p:nvSpPr>
        <p:spPr>
          <a:xfrm>
            <a:off x="1657350" y="4438650"/>
            <a:ext cx="9239250" cy="257175"/>
          </a:xfrm>
          <a:prstGeom prst="rect">
            <a:avLst/>
          </a:prstGeom>
          <a:noFill/>
          <a:ln w="0">
            <a:noFill/>
            <a:prstDash val="solid"/>
          </a:ln>
        </p:spPr>
        <p:txBody>
          <a:bodyPr lIns="0" tIns="0" rIns="0" bIns="0"/>
          <a:lstStyle>
            <a:defPPr>
              <a:defRPr sz="1350" b="0">
                <a:solidFill>
                  <a:srgbClr val="4D4D4D"/>
                </a:solidFill>
                <a:latin typeface="Arial" panose="020B0604020202020204"/>
                <a:ea typeface="Arial" panose="020B0604020202020204"/>
                <a:cs typeface="Arial" panose="020B0604020202020204"/>
              </a:defRPr>
            </a:defPPr>
            <a:lvl1pPr>
              <a:defRPr sz="1350" b="0">
                <a:solidFill>
                  <a:srgbClr val="4D4D4D"/>
                </a:solidFill>
                <a:latin typeface="Arial" panose="020B0604020202020204"/>
                <a:ea typeface="Arial" panose="020B0604020202020204"/>
                <a:cs typeface="Arial" panose="020B0604020202020204"/>
              </a:defRPr>
            </a:lvl1pPr>
            <a:lvl2pPr>
              <a:defRPr sz="1350" b="0">
                <a:solidFill>
                  <a:srgbClr val="4D4D4D"/>
                </a:solidFill>
                <a:latin typeface="Arial" panose="020B0604020202020204"/>
                <a:ea typeface="Arial" panose="020B0604020202020204"/>
                <a:cs typeface="Arial" panose="020B0604020202020204"/>
              </a:defRPr>
            </a:lvl2pPr>
            <a:lvl3pPr>
              <a:defRPr sz="1350" b="0">
                <a:solidFill>
                  <a:srgbClr val="4D4D4D"/>
                </a:solidFill>
                <a:latin typeface="Arial" panose="020B0604020202020204"/>
                <a:ea typeface="Arial" panose="020B0604020202020204"/>
                <a:cs typeface="Arial" panose="020B0604020202020204"/>
              </a:defRPr>
            </a:lvl3pPr>
            <a:lvl4pPr>
              <a:defRPr sz="1350" b="0">
                <a:solidFill>
                  <a:srgbClr val="4D4D4D"/>
                </a:solidFill>
                <a:latin typeface="Arial" panose="020B0604020202020204"/>
                <a:ea typeface="Arial" panose="020B0604020202020204"/>
                <a:cs typeface="Arial" panose="020B0604020202020204"/>
              </a:defRPr>
            </a:lvl4pPr>
            <a:lvl5pPr>
              <a:defRPr sz="1350" b="0">
                <a:solidFill>
                  <a:srgbClr val="4D4D4D"/>
                </a:solidFill>
                <a:latin typeface="Arial" panose="020B0604020202020204"/>
                <a:ea typeface="Arial" panose="020B0604020202020204"/>
                <a:cs typeface="Arial" panose="020B0604020202020204"/>
              </a:defRPr>
            </a:lvl5pPr>
            <a:lvl6pPr>
              <a:defRPr sz="1350" b="0">
                <a:solidFill>
                  <a:srgbClr val="4D4D4D"/>
                </a:solidFill>
                <a:latin typeface="Arial" panose="020B0604020202020204"/>
                <a:ea typeface="Arial" panose="020B0604020202020204"/>
                <a:cs typeface="Arial" panose="020B0604020202020204"/>
              </a:defRPr>
            </a:lvl6pPr>
            <a:lvl7pPr>
              <a:defRPr sz="1350" b="0">
                <a:solidFill>
                  <a:srgbClr val="4D4D4D"/>
                </a:solidFill>
                <a:latin typeface="Arial" panose="020B0604020202020204"/>
                <a:ea typeface="Arial" panose="020B0604020202020204"/>
                <a:cs typeface="Arial" panose="020B0604020202020204"/>
              </a:defRPr>
            </a:lvl7pPr>
            <a:lvl8pPr>
              <a:defRPr sz="1350" b="0">
                <a:solidFill>
                  <a:srgbClr val="4D4D4D"/>
                </a:solidFill>
                <a:latin typeface="Arial" panose="020B0604020202020204"/>
                <a:ea typeface="Arial" panose="020B0604020202020204"/>
                <a:cs typeface="Arial" panose="020B0604020202020204"/>
              </a:defRPr>
            </a:lvl8pPr>
            <a:lvl9pPr>
              <a:defRPr sz="1350" b="0">
                <a:solidFill>
                  <a:srgbClr val="4D4D4D"/>
                </a:solidFill>
                <a:latin typeface="Arial" panose="020B0604020202020204"/>
                <a:ea typeface="Arial" panose="020B0604020202020204"/>
                <a:cs typeface="Arial" panose="020B0604020202020204"/>
              </a:defRPr>
            </a:lvl9pPr>
          </a:lstStyle>
          <a:p>
            <a:pPr>
              <a:defRPr sz="1350" b="0">
                <a:solidFill>
                  <a:srgbClr val="4D4D4D"/>
                </a:solidFill>
                <a:latin typeface="Arial" panose="020B0604020202020204"/>
                <a:ea typeface="Arial" panose="020B0604020202020204"/>
                <a:cs typeface="Arial" panose="020B0604020202020204"/>
              </a:defRPr>
            </a:pPr>
            <a:r>
              <a:rPr sz="1350" b="0">
                <a:solidFill>
                  <a:srgbClr val="4D4D4D"/>
                </a:solidFill>
                <a:latin typeface="Arial" panose="020B0604020202020204"/>
                <a:ea typeface="Arial" panose="020B0604020202020204"/>
                <a:cs typeface="Arial" panose="020B0604020202020204"/>
              </a:rPr>
              <a:t>Đọc event.values, timestamp để tạo phản hồi trên giao diện.</a:t>
            </a:r>
            <a:endParaRPr sz="1350" b="0">
              <a:solidFill>
                <a:srgbClr val="4D4D4D"/>
              </a:solidFill>
              <a:latin typeface="Arial" panose="020B0604020202020204"/>
              <a:ea typeface="Arial" panose="020B0604020202020204"/>
              <a:cs typeface="Arial" panose="020B0604020202020204"/>
            </a:endParaRPr>
          </a:p>
        </p:txBody>
      </p:sp>
      <p:sp>
        <p:nvSpPr>
          <p:cNvPr id="68" name="Down Arrow 67"/>
          <p:cNvSpPr>
            <a:spLocks noGrp="1"/>
          </p:cNvSpPr>
          <p:nvPr/>
        </p:nvSpPr>
        <p:spPr>
          <a:xfrm>
            <a:off x="5924550" y="4791075"/>
            <a:ext cx="285750" cy="200025"/>
          </a:xfrm>
          <a:prstGeom prst="downArrow">
            <a:avLst/>
          </a:prstGeom>
          <a:solidFill>
            <a:srgbClr val="4E8DF6"/>
          </a:solidFill>
          <a:ln w="9525">
            <a:solidFill>
              <a:srgbClr val="4E8DF6"/>
            </a:solidFill>
            <a:prstDash val="solid"/>
          </a:ln>
        </p:spPr>
      </p:sp>
      <p:sp>
        <p:nvSpPr>
          <p:cNvPr id="69" name="Rounded Rectangle 68"/>
          <p:cNvSpPr>
            <a:spLocks noGrp="1"/>
          </p:cNvSpPr>
          <p:nvPr/>
        </p:nvSpPr>
        <p:spPr>
          <a:xfrm>
            <a:off x="1409700" y="5019675"/>
            <a:ext cx="10096500" cy="723900"/>
          </a:xfrm>
          <a:prstGeom prst="roundRect">
            <a:avLst>
              <a:gd name="adj" fmla="val 18421"/>
            </a:avLst>
          </a:prstGeom>
          <a:solidFill>
            <a:srgbClr val="F2F6FF"/>
          </a:solidFill>
          <a:ln w="14288">
            <a:solidFill>
              <a:srgbClr val="A9BFE8"/>
            </a:solidFill>
            <a:prstDash val="solid"/>
          </a:ln>
        </p:spPr>
      </p:sp>
      <p:sp>
        <p:nvSpPr>
          <p:cNvPr id="70" name="Oval 69"/>
          <p:cNvSpPr>
            <a:spLocks noGrp="1"/>
          </p:cNvSpPr>
          <p:nvPr/>
        </p:nvSpPr>
        <p:spPr>
          <a:xfrm>
            <a:off x="638175" y="5086350"/>
            <a:ext cx="571500" cy="571500"/>
          </a:xfrm>
          <a:prstGeom prst="ellipse">
            <a:avLst/>
          </a:prstGeom>
          <a:solidFill>
            <a:srgbClr val="4E8DF6"/>
          </a:solidFill>
          <a:ln w="9525">
            <a:solidFill>
              <a:srgbClr val="4E8DF6"/>
            </a:solidFill>
            <a:prstDash val="solid"/>
          </a:ln>
        </p:spPr>
      </p:sp>
      <p:sp>
        <p:nvSpPr>
          <p:cNvPr id="71" name="Rectangle 70"/>
          <p:cNvSpPr>
            <a:spLocks noGrp="1"/>
          </p:cNvSpPr>
          <p:nvPr/>
        </p:nvSpPr>
        <p:spPr>
          <a:xfrm>
            <a:off x="809625" y="5219700"/>
            <a:ext cx="238125" cy="266700"/>
          </a:xfrm>
          <a:prstGeom prst="rect">
            <a:avLst/>
          </a:prstGeom>
          <a:noFill/>
          <a:ln w="0">
            <a:noFill/>
            <a:prstDash val="solid"/>
          </a:ln>
        </p:spPr>
        <p:txBody>
          <a:bodyPr lIns="0" tIns="0" rIns="0" bIns="0"/>
          <a:lstStyle>
            <a:defPPr>
              <a:defRPr sz="1800" b="1">
                <a:solidFill>
                  <a:srgbClr val="FFFFFF"/>
                </a:solidFill>
                <a:latin typeface="Arial" panose="020B0604020202020204"/>
                <a:ea typeface="Arial" panose="020B0604020202020204"/>
                <a:cs typeface="Arial" panose="020B0604020202020204"/>
              </a:defRPr>
            </a:defPPr>
            <a:lvl1pPr>
              <a:defRPr sz="1800" b="1">
                <a:solidFill>
                  <a:srgbClr val="FFFFFF"/>
                </a:solidFill>
                <a:latin typeface="Arial" panose="020B0604020202020204"/>
                <a:ea typeface="Arial" panose="020B0604020202020204"/>
                <a:cs typeface="Arial" panose="020B0604020202020204"/>
              </a:defRPr>
            </a:lvl1pPr>
            <a:lvl2pPr>
              <a:defRPr sz="1800" b="1">
                <a:solidFill>
                  <a:srgbClr val="FFFFFF"/>
                </a:solidFill>
                <a:latin typeface="Arial" panose="020B0604020202020204"/>
                <a:ea typeface="Arial" panose="020B0604020202020204"/>
                <a:cs typeface="Arial" panose="020B0604020202020204"/>
              </a:defRPr>
            </a:lvl2pPr>
            <a:lvl3pPr>
              <a:defRPr sz="1800" b="1">
                <a:solidFill>
                  <a:srgbClr val="FFFFFF"/>
                </a:solidFill>
                <a:latin typeface="Arial" panose="020B0604020202020204"/>
                <a:ea typeface="Arial" panose="020B0604020202020204"/>
                <a:cs typeface="Arial" panose="020B0604020202020204"/>
              </a:defRPr>
            </a:lvl3pPr>
            <a:lvl4pPr>
              <a:defRPr sz="1800" b="1">
                <a:solidFill>
                  <a:srgbClr val="FFFFFF"/>
                </a:solidFill>
                <a:latin typeface="Arial" panose="020B0604020202020204"/>
                <a:ea typeface="Arial" panose="020B0604020202020204"/>
                <a:cs typeface="Arial" panose="020B0604020202020204"/>
              </a:defRPr>
            </a:lvl4pPr>
            <a:lvl5pPr>
              <a:defRPr sz="1800" b="1">
                <a:solidFill>
                  <a:srgbClr val="FFFFFF"/>
                </a:solidFill>
                <a:latin typeface="Arial" panose="020B0604020202020204"/>
                <a:ea typeface="Arial" panose="020B0604020202020204"/>
                <a:cs typeface="Arial" panose="020B0604020202020204"/>
              </a:defRPr>
            </a:lvl5pPr>
            <a:lvl6pPr>
              <a:defRPr sz="1800" b="1">
                <a:solidFill>
                  <a:srgbClr val="FFFFFF"/>
                </a:solidFill>
                <a:latin typeface="Arial" panose="020B0604020202020204"/>
                <a:ea typeface="Arial" panose="020B0604020202020204"/>
                <a:cs typeface="Arial" panose="020B0604020202020204"/>
              </a:defRPr>
            </a:lvl6pPr>
            <a:lvl7pPr>
              <a:defRPr sz="1800" b="1">
                <a:solidFill>
                  <a:srgbClr val="FFFFFF"/>
                </a:solidFill>
                <a:latin typeface="Arial" panose="020B0604020202020204"/>
                <a:ea typeface="Arial" panose="020B0604020202020204"/>
                <a:cs typeface="Arial" panose="020B0604020202020204"/>
              </a:defRPr>
            </a:lvl7pPr>
            <a:lvl8pPr>
              <a:defRPr sz="1800" b="1">
                <a:solidFill>
                  <a:srgbClr val="FFFFFF"/>
                </a:solidFill>
                <a:latin typeface="Arial" panose="020B0604020202020204"/>
                <a:ea typeface="Arial" panose="020B0604020202020204"/>
                <a:cs typeface="Arial" panose="020B0604020202020204"/>
              </a:defRPr>
            </a:lvl8pPr>
            <a:lvl9pPr>
              <a:defRPr sz="1800" b="1">
                <a:solidFill>
                  <a:srgbClr val="FFFFFF"/>
                </a:solidFill>
                <a:latin typeface="Arial" panose="020B0604020202020204"/>
                <a:ea typeface="Arial" panose="020B0604020202020204"/>
                <a:cs typeface="Arial" panose="020B0604020202020204"/>
              </a:defRPr>
            </a:lvl9pPr>
          </a:lstStyle>
          <a:p>
            <a:pPr>
              <a:defRPr sz="1800" b="1">
                <a:solidFill>
                  <a:srgbClr val="FFFFFF"/>
                </a:solidFill>
                <a:latin typeface="Arial" panose="020B0604020202020204"/>
                <a:ea typeface="Arial" panose="020B0604020202020204"/>
                <a:cs typeface="Arial" panose="020B0604020202020204"/>
              </a:defRPr>
            </a:pPr>
            <a:r>
              <a:rPr sz="1800" b="1">
                <a:solidFill>
                  <a:srgbClr val="FFFFFF"/>
                </a:solidFill>
                <a:latin typeface="Arial" panose="020B0604020202020204"/>
                <a:ea typeface="Arial" panose="020B0604020202020204"/>
                <a:cs typeface="Arial" panose="020B0604020202020204"/>
              </a:rPr>
              <a:t>5</a:t>
            </a:r>
            <a:endParaRPr sz="1800" b="1">
              <a:solidFill>
                <a:srgbClr val="FFFFFF"/>
              </a:solidFill>
              <a:latin typeface="Arial" panose="020B0604020202020204"/>
              <a:ea typeface="Arial" panose="020B0604020202020204"/>
              <a:cs typeface="Arial" panose="020B0604020202020204"/>
            </a:endParaRPr>
          </a:p>
        </p:txBody>
      </p:sp>
      <p:sp>
        <p:nvSpPr>
          <p:cNvPr id="72" name="Rectangle 71"/>
          <p:cNvSpPr>
            <a:spLocks noGrp="1"/>
          </p:cNvSpPr>
          <p:nvPr/>
        </p:nvSpPr>
        <p:spPr>
          <a:xfrm>
            <a:off x="1657350" y="5114925"/>
            <a:ext cx="2428875" cy="247650"/>
          </a:xfrm>
          <a:prstGeom prst="rect">
            <a:avLst/>
          </a:prstGeom>
          <a:noFill/>
          <a:ln w="0">
            <a:noFill/>
            <a:prstDash val="solid"/>
          </a:ln>
        </p:spPr>
        <p:txBody>
          <a:bodyPr lIns="0" tIns="0" rIns="0" bIns="0"/>
          <a:lstStyle>
            <a:defPPr>
              <a:defRPr sz="1650" b="1">
                <a:solidFill>
                  <a:srgbClr val="F20D0D"/>
                </a:solidFill>
                <a:latin typeface="Arial" panose="020B0604020202020204"/>
                <a:ea typeface="Arial" panose="020B0604020202020204"/>
                <a:cs typeface="Arial" panose="020B0604020202020204"/>
              </a:defRPr>
            </a:defPPr>
            <a:lvl1pPr>
              <a:defRPr sz="1650" b="1">
                <a:solidFill>
                  <a:srgbClr val="F20D0D"/>
                </a:solidFill>
                <a:latin typeface="Arial" panose="020B0604020202020204"/>
                <a:ea typeface="Arial" panose="020B0604020202020204"/>
                <a:cs typeface="Arial" panose="020B0604020202020204"/>
              </a:defRPr>
            </a:lvl1pPr>
            <a:lvl2pPr>
              <a:defRPr sz="1650" b="1">
                <a:solidFill>
                  <a:srgbClr val="F20D0D"/>
                </a:solidFill>
                <a:latin typeface="Arial" panose="020B0604020202020204"/>
                <a:ea typeface="Arial" panose="020B0604020202020204"/>
                <a:cs typeface="Arial" panose="020B0604020202020204"/>
              </a:defRPr>
            </a:lvl2pPr>
            <a:lvl3pPr>
              <a:defRPr sz="1650" b="1">
                <a:solidFill>
                  <a:srgbClr val="F20D0D"/>
                </a:solidFill>
                <a:latin typeface="Arial" panose="020B0604020202020204"/>
                <a:ea typeface="Arial" panose="020B0604020202020204"/>
                <a:cs typeface="Arial" panose="020B0604020202020204"/>
              </a:defRPr>
            </a:lvl3pPr>
            <a:lvl4pPr>
              <a:defRPr sz="1650" b="1">
                <a:solidFill>
                  <a:srgbClr val="F20D0D"/>
                </a:solidFill>
                <a:latin typeface="Arial" panose="020B0604020202020204"/>
                <a:ea typeface="Arial" panose="020B0604020202020204"/>
                <a:cs typeface="Arial" panose="020B0604020202020204"/>
              </a:defRPr>
            </a:lvl4pPr>
            <a:lvl5pPr>
              <a:defRPr sz="1650" b="1">
                <a:solidFill>
                  <a:srgbClr val="F20D0D"/>
                </a:solidFill>
                <a:latin typeface="Arial" panose="020B0604020202020204"/>
                <a:ea typeface="Arial" panose="020B0604020202020204"/>
                <a:cs typeface="Arial" panose="020B0604020202020204"/>
              </a:defRPr>
            </a:lvl5pPr>
            <a:lvl6pPr>
              <a:defRPr sz="1650" b="1">
                <a:solidFill>
                  <a:srgbClr val="F20D0D"/>
                </a:solidFill>
                <a:latin typeface="Arial" panose="020B0604020202020204"/>
                <a:ea typeface="Arial" panose="020B0604020202020204"/>
                <a:cs typeface="Arial" panose="020B0604020202020204"/>
              </a:defRPr>
            </a:lvl6pPr>
            <a:lvl7pPr>
              <a:defRPr sz="1650" b="1">
                <a:solidFill>
                  <a:srgbClr val="F20D0D"/>
                </a:solidFill>
                <a:latin typeface="Arial" panose="020B0604020202020204"/>
                <a:ea typeface="Arial" panose="020B0604020202020204"/>
                <a:cs typeface="Arial" panose="020B0604020202020204"/>
              </a:defRPr>
            </a:lvl7pPr>
            <a:lvl8pPr>
              <a:defRPr sz="1650" b="1">
                <a:solidFill>
                  <a:srgbClr val="F20D0D"/>
                </a:solidFill>
                <a:latin typeface="Arial" panose="020B0604020202020204"/>
                <a:ea typeface="Arial" panose="020B0604020202020204"/>
                <a:cs typeface="Arial" panose="020B0604020202020204"/>
              </a:defRPr>
            </a:lvl8pPr>
            <a:lvl9pPr>
              <a:defRPr sz="1650" b="1">
                <a:solidFill>
                  <a:srgbClr val="F20D0D"/>
                </a:solidFill>
                <a:latin typeface="Arial" panose="020B0604020202020204"/>
                <a:ea typeface="Arial" panose="020B0604020202020204"/>
                <a:cs typeface="Arial" panose="020B0604020202020204"/>
              </a:defRPr>
            </a:lvl9pPr>
          </a:lstStyle>
          <a:p>
            <a:pPr>
              <a:defRPr sz="1650" b="1">
                <a:solidFill>
                  <a:srgbClr val="F20D0D"/>
                </a:solidFill>
                <a:latin typeface="Arial" panose="020B0604020202020204"/>
                <a:ea typeface="Arial" panose="020B0604020202020204"/>
                <a:cs typeface="Arial" panose="020B0604020202020204"/>
              </a:defRPr>
            </a:pPr>
            <a:r>
              <a:rPr sz="1650" b="1">
                <a:solidFill>
                  <a:srgbClr val="F20D0D"/>
                </a:solidFill>
                <a:latin typeface="Arial" panose="020B0604020202020204"/>
                <a:ea typeface="Arial" panose="020B0604020202020204"/>
                <a:cs typeface="Arial" panose="020B0604020202020204"/>
              </a:rPr>
              <a:t>Hủy đăng ký</a:t>
            </a:r>
            <a:endParaRPr sz="1650" b="1">
              <a:solidFill>
                <a:srgbClr val="F20D0D"/>
              </a:solidFill>
              <a:latin typeface="Arial" panose="020B0604020202020204"/>
              <a:ea typeface="Arial" panose="020B0604020202020204"/>
              <a:cs typeface="Arial" panose="020B0604020202020204"/>
            </a:endParaRPr>
          </a:p>
        </p:txBody>
      </p:sp>
      <p:sp>
        <p:nvSpPr>
          <p:cNvPr id="73" name="Rectangle 72"/>
          <p:cNvSpPr>
            <a:spLocks noGrp="1"/>
          </p:cNvSpPr>
          <p:nvPr/>
        </p:nvSpPr>
        <p:spPr>
          <a:xfrm>
            <a:off x="4286250" y="5114925"/>
            <a:ext cx="6572250" cy="247650"/>
          </a:xfrm>
          <a:prstGeom prst="rect">
            <a:avLst/>
          </a:prstGeom>
          <a:noFill/>
          <a:ln w="0">
            <a:noFill/>
            <a:prstDash val="solid"/>
          </a:ln>
        </p:spPr>
        <p:txBody>
          <a:bodyPr lIns="0" tIns="0" rIns="0" bIns="0"/>
          <a:lstStyle>
            <a:defPPr>
              <a:defRPr sz="1500" b="1">
                <a:solidFill>
                  <a:srgbClr val="173047"/>
                </a:solidFill>
                <a:latin typeface="Arial" panose="020B0604020202020204"/>
                <a:ea typeface="Arial" panose="020B0604020202020204"/>
                <a:cs typeface="Arial" panose="020B0604020202020204"/>
              </a:defRPr>
            </a:defPPr>
            <a:lvl1pPr>
              <a:defRPr sz="1500" b="1">
                <a:solidFill>
                  <a:srgbClr val="173047"/>
                </a:solidFill>
                <a:latin typeface="Arial" panose="020B0604020202020204"/>
                <a:ea typeface="Arial" panose="020B0604020202020204"/>
                <a:cs typeface="Arial" panose="020B0604020202020204"/>
              </a:defRPr>
            </a:lvl1pPr>
            <a:lvl2pPr>
              <a:defRPr sz="1500" b="1">
                <a:solidFill>
                  <a:srgbClr val="173047"/>
                </a:solidFill>
                <a:latin typeface="Arial" panose="020B0604020202020204"/>
                <a:ea typeface="Arial" panose="020B0604020202020204"/>
                <a:cs typeface="Arial" panose="020B0604020202020204"/>
              </a:defRPr>
            </a:lvl2pPr>
            <a:lvl3pPr>
              <a:defRPr sz="1500" b="1">
                <a:solidFill>
                  <a:srgbClr val="173047"/>
                </a:solidFill>
                <a:latin typeface="Arial" panose="020B0604020202020204"/>
                <a:ea typeface="Arial" panose="020B0604020202020204"/>
                <a:cs typeface="Arial" panose="020B0604020202020204"/>
              </a:defRPr>
            </a:lvl3pPr>
            <a:lvl4pPr>
              <a:defRPr sz="1500" b="1">
                <a:solidFill>
                  <a:srgbClr val="173047"/>
                </a:solidFill>
                <a:latin typeface="Arial" panose="020B0604020202020204"/>
                <a:ea typeface="Arial" panose="020B0604020202020204"/>
                <a:cs typeface="Arial" panose="020B0604020202020204"/>
              </a:defRPr>
            </a:lvl4pPr>
            <a:lvl5pPr>
              <a:defRPr sz="1500" b="1">
                <a:solidFill>
                  <a:srgbClr val="173047"/>
                </a:solidFill>
                <a:latin typeface="Arial" panose="020B0604020202020204"/>
                <a:ea typeface="Arial" panose="020B0604020202020204"/>
                <a:cs typeface="Arial" panose="020B0604020202020204"/>
              </a:defRPr>
            </a:lvl5pPr>
            <a:lvl6pPr>
              <a:defRPr sz="1500" b="1">
                <a:solidFill>
                  <a:srgbClr val="173047"/>
                </a:solidFill>
                <a:latin typeface="Arial" panose="020B0604020202020204"/>
                <a:ea typeface="Arial" panose="020B0604020202020204"/>
                <a:cs typeface="Arial" panose="020B0604020202020204"/>
              </a:defRPr>
            </a:lvl6pPr>
            <a:lvl7pPr>
              <a:defRPr sz="1500" b="1">
                <a:solidFill>
                  <a:srgbClr val="173047"/>
                </a:solidFill>
                <a:latin typeface="Arial" panose="020B0604020202020204"/>
                <a:ea typeface="Arial" panose="020B0604020202020204"/>
                <a:cs typeface="Arial" panose="020B0604020202020204"/>
              </a:defRPr>
            </a:lvl7pPr>
            <a:lvl8pPr>
              <a:defRPr sz="1500" b="1">
                <a:solidFill>
                  <a:srgbClr val="173047"/>
                </a:solidFill>
                <a:latin typeface="Arial" panose="020B0604020202020204"/>
                <a:ea typeface="Arial" panose="020B0604020202020204"/>
                <a:cs typeface="Arial" panose="020B0604020202020204"/>
              </a:defRPr>
            </a:lvl8pPr>
            <a:lvl9pPr>
              <a:defRPr sz="1500" b="1">
                <a:solidFill>
                  <a:srgbClr val="173047"/>
                </a:solidFill>
                <a:latin typeface="Arial" panose="020B0604020202020204"/>
                <a:ea typeface="Arial" panose="020B0604020202020204"/>
                <a:cs typeface="Arial" panose="020B0604020202020204"/>
              </a:defRPr>
            </a:lvl9pPr>
          </a:lstStyle>
          <a:p>
            <a:pPr>
              <a:defRPr sz="1500" b="1">
                <a:solidFill>
                  <a:srgbClr val="173047"/>
                </a:solidFill>
                <a:latin typeface="Arial" panose="020B0604020202020204"/>
                <a:ea typeface="Arial" panose="020B0604020202020204"/>
                <a:cs typeface="Arial" panose="020B0604020202020204"/>
              </a:defRPr>
            </a:pPr>
            <a:r>
              <a:rPr sz="1500" b="1">
                <a:solidFill>
                  <a:srgbClr val="173047"/>
                </a:solidFill>
                <a:latin typeface="Arial" panose="020B0604020202020204"/>
                <a:ea typeface="Arial" panose="020B0604020202020204"/>
                <a:cs typeface="Arial" panose="020B0604020202020204"/>
              </a:rPr>
              <a:t>onPause()  →  unregisterListener(...)</a:t>
            </a:r>
            <a:endParaRPr sz="1500" b="1">
              <a:solidFill>
                <a:srgbClr val="173047"/>
              </a:solidFill>
              <a:latin typeface="Arial" panose="020B0604020202020204"/>
              <a:ea typeface="Arial" panose="020B0604020202020204"/>
              <a:cs typeface="Arial" panose="020B0604020202020204"/>
            </a:endParaRPr>
          </a:p>
        </p:txBody>
      </p:sp>
      <p:sp>
        <p:nvSpPr>
          <p:cNvPr id="74" name="Rectangle 73"/>
          <p:cNvSpPr>
            <a:spLocks noGrp="1"/>
          </p:cNvSpPr>
          <p:nvPr/>
        </p:nvSpPr>
        <p:spPr>
          <a:xfrm>
            <a:off x="1657350" y="5429250"/>
            <a:ext cx="9239250" cy="257175"/>
          </a:xfrm>
          <a:prstGeom prst="rect">
            <a:avLst/>
          </a:prstGeom>
          <a:noFill/>
          <a:ln w="0">
            <a:noFill/>
            <a:prstDash val="solid"/>
          </a:ln>
        </p:spPr>
        <p:txBody>
          <a:bodyPr lIns="0" tIns="0" rIns="0" bIns="0"/>
          <a:lstStyle>
            <a:defPPr>
              <a:defRPr sz="1350" b="0">
                <a:solidFill>
                  <a:srgbClr val="4D4D4D"/>
                </a:solidFill>
                <a:latin typeface="Arial" panose="020B0604020202020204"/>
                <a:ea typeface="Arial" panose="020B0604020202020204"/>
                <a:cs typeface="Arial" panose="020B0604020202020204"/>
              </a:defRPr>
            </a:defPPr>
            <a:lvl1pPr>
              <a:defRPr sz="1350" b="0">
                <a:solidFill>
                  <a:srgbClr val="4D4D4D"/>
                </a:solidFill>
                <a:latin typeface="Arial" panose="020B0604020202020204"/>
                <a:ea typeface="Arial" panose="020B0604020202020204"/>
                <a:cs typeface="Arial" panose="020B0604020202020204"/>
              </a:defRPr>
            </a:lvl1pPr>
            <a:lvl2pPr>
              <a:defRPr sz="1350" b="0">
                <a:solidFill>
                  <a:srgbClr val="4D4D4D"/>
                </a:solidFill>
                <a:latin typeface="Arial" panose="020B0604020202020204"/>
                <a:ea typeface="Arial" panose="020B0604020202020204"/>
                <a:cs typeface="Arial" panose="020B0604020202020204"/>
              </a:defRPr>
            </a:lvl2pPr>
            <a:lvl3pPr>
              <a:defRPr sz="1350" b="0">
                <a:solidFill>
                  <a:srgbClr val="4D4D4D"/>
                </a:solidFill>
                <a:latin typeface="Arial" panose="020B0604020202020204"/>
                <a:ea typeface="Arial" panose="020B0604020202020204"/>
                <a:cs typeface="Arial" panose="020B0604020202020204"/>
              </a:defRPr>
            </a:lvl3pPr>
            <a:lvl4pPr>
              <a:defRPr sz="1350" b="0">
                <a:solidFill>
                  <a:srgbClr val="4D4D4D"/>
                </a:solidFill>
                <a:latin typeface="Arial" panose="020B0604020202020204"/>
                <a:ea typeface="Arial" panose="020B0604020202020204"/>
                <a:cs typeface="Arial" panose="020B0604020202020204"/>
              </a:defRPr>
            </a:lvl4pPr>
            <a:lvl5pPr>
              <a:defRPr sz="1350" b="0">
                <a:solidFill>
                  <a:srgbClr val="4D4D4D"/>
                </a:solidFill>
                <a:latin typeface="Arial" panose="020B0604020202020204"/>
                <a:ea typeface="Arial" panose="020B0604020202020204"/>
                <a:cs typeface="Arial" panose="020B0604020202020204"/>
              </a:defRPr>
            </a:lvl5pPr>
            <a:lvl6pPr>
              <a:defRPr sz="1350" b="0">
                <a:solidFill>
                  <a:srgbClr val="4D4D4D"/>
                </a:solidFill>
                <a:latin typeface="Arial" panose="020B0604020202020204"/>
                <a:ea typeface="Arial" panose="020B0604020202020204"/>
                <a:cs typeface="Arial" panose="020B0604020202020204"/>
              </a:defRPr>
            </a:lvl6pPr>
            <a:lvl7pPr>
              <a:defRPr sz="1350" b="0">
                <a:solidFill>
                  <a:srgbClr val="4D4D4D"/>
                </a:solidFill>
                <a:latin typeface="Arial" panose="020B0604020202020204"/>
                <a:ea typeface="Arial" panose="020B0604020202020204"/>
                <a:cs typeface="Arial" panose="020B0604020202020204"/>
              </a:defRPr>
            </a:lvl7pPr>
            <a:lvl8pPr>
              <a:defRPr sz="1350" b="0">
                <a:solidFill>
                  <a:srgbClr val="4D4D4D"/>
                </a:solidFill>
                <a:latin typeface="Arial" panose="020B0604020202020204"/>
                <a:ea typeface="Arial" panose="020B0604020202020204"/>
                <a:cs typeface="Arial" panose="020B0604020202020204"/>
              </a:defRPr>
            </a:lvl8pPr>
            <a:lvl9pPr>
              <a:defRPr sz="1350" b="0">
                <a:solidFill>
                  <a:srgbClr val="4D4D4D"/>
                </a:solidFill>
                <a:latin typeface="Arial" panose="020B0604020202020204"/>
                <a:ea typeface="Arial" panose="020B0604020202020204"/>
                <a:cs typeface="Arial" panose="020B0604020202020204"/>
              </a:defRPr>
            </a:lvl9pPr>
          </a:lstStyle>
          <a:p>
            <a:pPr>
              <a:defRPr sz="1350" b="0">
                <a:solidFill>
                  <a:srgbClr val="4D4D4D"/>
                </a:solidFill>
                <a:latin typeface="Arial" panose="020B0604020202020204"/>
                <a:ea typeface="Arial" panose="020B0604020202020204"/>
                <a:cs typeface="Arial" panose="020B0604020202020204"/>
              </a:defRPr>
            </a:pPr>
            <a:r>
              <a:rPr sz="1350" b="0">
                <a:solidFill>
                  <a:srgbClr val="4D4D4D"/>
                </a:solidFill>
                <a:latin typeface="Arial" panose="020B0604020202020204"/>
                <a:ea typeface="Arial" panose="020B0604020202020204"/>
                <a:cs typeface="Arial" panose="020B0604020202020204"/>
              </a:rPr>
              <a:t>Ngừng nhận sự kiện khi rời màn hình để tiết kiệm pin.</a:t>
            </a:r>
            <a:endParaRPr sz="1350" b="0">
              <a:solidFill>
                <a:srgbClr val="4D4D4D"/>
              </a:solidFill>
              <a:latin typeface="Arial" panose="020B0604020202020204"/>
              <a:ea typeface="Arial" panose="020B0604020202020204"/>
              <a:cs typeface="Arial" panose="020B0604020202020204"/>
            </a:endParaRPr>
          </a:p>
        </p:txBody>
      </p:sp>
      <p:sp>
        <p:nvSpPr>
          <p:cNvPr id="75" name="Rectangle 74"/>
          <p:cNvSpPr>
            <a:spLocks noGrp="1"/>
          </p:cNvSpPr>
          <p:nvPr/>
        </p:nvSpPr>
        <p:spPr>
          <a:xfrm>
            <a:off x="1428750" y="6143625"/>
            <a:ext cx="9906000" cy="323850"/>
          </a:xfrm>
          <a:prstGeom prst="rect">
            <a:avLst/>
          </a:prstGeom>
          <a:noFill/>
          <a:ln w="0">
            <a:noFill/>
            <a:prstDash val="solid"/>
          </a:ln>
        </p:spPr>
        <p:txBody>
          <a:bodyPr lIns="0" tIns="0" rIns="0" bIns="0"/>
          <a:lstStyle>
            <a:defPPr>
              <a:defRPr sz="1200" b="0">
                <a:solidFill>
                  <a:srgbClr val="4D4D4D"/>
                </a:solidFill>
                <a:latin typeface="Arial" panose="020B0604020202020204"/>
                <a:ea typeface="Arial" panose="020B0604020202020204"/>
                <a:cs typeface="Arial" panose="020B0604020202020204"/>
              </a:defRPr>
            </a:defPPr>
            <a:lvl1pPr>
              <a:defRPr sz="1200" b="0">
                <a:solidFill>
                  <a:srgbClr val="4D4D4D"/>
                </a:solidFill>
                <a:latin typeface="Arial" panose="020B0604020202020204"/>
                <a:ea typeface="Arial" panose="020B0604020202020204"/>
                <a:cs typeface="Arial" panose="020B0604020202020204"/>
              </a:defRPr>
            </a:lvl1pPr>
            <a:lvl2pPr>
              <a:defRPr sz="1200" b="0">
                <a:solidFill>
                  <a:srgbClr val="4D4D4D"/>
                </a:solidFill>
                <a:latin typeface="Arial" panose="020B0604020202020204"/>
                <a:ea typeface="Arial" panose="020B0604020202020204"/>
                <a:cs typeface="Arial" panose="020B0604020202020204"/>
              </a:defRPr>
            </a:lvl2pPr>
            <a:lvl3pPr>
              <a:defRPr sz="1200" b="0">
                <a:solidFill>
                  <a:srgbClr val="4D4D4D"/>
                </a:solidFill>
                <a:latin typeface="Arial" panose="020B0604020202020204"/>
                <a:ea typeface="Arial" panose="020B0604020202020204"/>
                <a:cs typeface="Arial" panose="020B0604020202020204"/>
              </a:defRPr>
            </a:lvl3pPr>
            <a:lvl4pPr>
              <a:defRPr sz="1200" b="0">
                <a:solidFill>
                  <a:srgbClr val="4D4D4D"/>
                </a:solidFill>
                <a:latin typeface="Arial" panose="020B0604020202020204"/>
                <a:ea typeface="Arial" panose="020B0604020202020204"/>
                <a:cs typeface="Arial" panose="020B0604020202020204"/>
              </a:defRPr>
            </a:lvl4pPr>
            <a:lvl5pPr>
              <a:defRPr sz="1200" b="0">
                <a:solidFill>
                  <a:srgbClr val="4D4D4D"/>
                </a:solidFill>
                <a:latin typeface="Arial" panose="020B0604020202020204"/>
                <a:ea typeface="Arial" panose="020B0604020202020204"/>
                <a:cs typeface="Arial" panose="020B0604020202020204"/>
              </a:defRPr>
            </a:lvl5pPr>
            <a:lvl6pPr>
              <a:defRPr sz="1200" b="0">
                <a:solidFill>
                  <a:srgbClr val="4D4D4D"/>
                </a:solidFill>
                <a:latin typeface="Arial" panose="020B0604020202020204"/>
                <a:ea typeface="Arial" panose="020B0604020202020204"/>
                <a:cs typeface="Arial" panose="020B0604020202020204"/>
              </a:defRPr>
            </a:lvl6pPr>
            <a:lvl7pPr>
              <a:defRPr sz="1200" b="0">
                <a:solidFill>
                  <a:srgbClr val="4D4D4D"/>
                </a:solidFill>
                <a:latin typeface="Arial" panose="020B0604020202020204"/>
                <a:ea typeface="Arial" panose="020B0604020202020204"/>
                <a:cs typeface="Arial" panose="020B0604020202020204"/>
              </a:defRPr>
            </a:lvl7pPr>
            <a:lvl8pPr>
              <a:defRPr sz="1200" b="0">
                <a:solidFill>
                  <a:srgbClr val="4D4D4D"/>
                </a:solidFill>
                <a:latin typeface="Arial" panose="020B0604020202020204"/>
                <a:ea typeface="Arial" panose="020B0604020202020204"/>
                <a:cs typeface="Arial" panose="020B0604020202020204"/>
              </a:defRPr>
            </a:lvl8pPr>
            <a:lvl9pPr>
              <a:defRPr sz="1200" b="0">
                <a:solidFill>
                  <a:srgbClr val="4D4D4D"/>
                </a:solidFill>
                <a:latin typeface="Arial" panose="020B0604020202020204"/>
                <a:ea typeface="Arial" panose="020B0604020202020204"/>
                <a:cs typeface="Arial" panose="020B0604020202020204"/>
              </a:defRPr>
            </a:lvl9pPr>
          </a:lstStyle>
          <a:p>
            <a:pPr>
              <a:defRPr sz="1200" b="0">
                <a:solidFill>
                  <a:srgbClr val="4D4D4D"/>
                </a:solidFill>
                <a:latin typeface="Arial" panose="020B0604020202020204"/>
                <a:ea typeface="Arial" panose="020B0604020202020204"/>
                <a:cs typeface="Arial" panose="020B0604020202020204"/>
              </a:defRPr>
            </a:pPr>
            <a:r>
              <a:rPr sz="1200" b="0">
                <a:solidFill>
                  <a:srgbClr val="4D4D4D"/>
                </a:solidFill>
                <a:latin typeface="Arial" panose="020B0604020202020204"/>
                <a:ea typeface="Arial" panose="020B0604020202020204"/>
                <a:cs typeface="Arial" panose="020B0604020202020204"/>
              </a:rPr>
              <a:t>Callback bổ sung: onAccuracyChanged(sensor, accuracy) khi độ chính xác thay đổi.</a:t>
            </a:r>
            <a:endParaRPr sz="1200" b="0">
              <a:solidFill>
                <a:srgbClr val="4D4D4D"/>
              </a:solidFill>
              <a:latin typeface="Arial" panose="020B0604020202020204"/>
              <a:ea typeface="Arial" panose="020B0604020202020204"/>
              <a:cs typeface="Arial" panose="020B060402020202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3" name="Rectangle 12"/>
          <p:cNvSpPr>
            <a:spLocks noGrp="1"/>
          </p:cNvSpPr>
          <p:nvPr/>
        </p:nvSpPr>
        <p:spPr>
          <a:xfrm>
            <a:off x="342900" y="152400"/>
            <a:ext cx="11401425" cy="466725"/>
          </a:xfrm>
          <a:prstGeom prst="rect">
            <a:avLst/>
          </a:prstGeom>
          <a:noFill/>
          <a:ln w="0">
            <a:noFill/>
            <a:prstDash val="solid"/>
          </a:ln>
        </p:spPr>
        <p:txBody>
          <a:bodyPr anchor="ctr"/>
          <a:lstStyle>
            <a:defPPr algn="l">
              <a:defRPr sz="2175" b="1">
                <a:solidFill>
                  <a:srgbClr val="111111"/>
                </a:solidFill>
                <a:latin typeface="Arial" panose="020B0604020202020204"/>
                <a:ea typeface="Arial" panose="020B0604020202020204"/>
                <a:cs typeface="Arial" panose="020B0604020202020204"/>
              </a:defRPr>
            </a:defPPr>
            <a:lvl1pPr algn="l">
              <a:buNone/>
              <a:defRPr sz="2175" b="1">
                <a:solidFill>
                  <a:srgbClr val="111111"/>
                </a:solidFill>
                <a:latin typeface="Arial" panose="020B0604020202020204"/>
                <a:ea typeface="Arial" panose="020B0604020202020204"/>
                <a:cs typeface="Arial" panose="020B0604020202020204"/>
              </a:defRPr>
            </a:lvl1pPr>
            <a:lvl2pPr algn="l">
              <a:buNone/>
              <a:defRPr sz="2175" b="1">
                <a:solidFill>
                  <a:srgbClr val="111111"/>
                </a:solidFill>
                <a:latin typeface="Arial" panose="020B0604020202020204"/>
                <a:ea typeface="Arial" panose="020B0604020202020204"/>
                <a:cs typeface="Arial" panose="020B0604020202020204"/>
              </a:defRPr>
            </a:lvl2pPr>
            <a:lvl3pPr algn="l">
              <a:buNone/>
              <a:defRPr sz="2175" b="1">
                <a:solidFill>
                  <a:srgbClr val="111111"/>
                </a:solidFill>
                <a:latin typeface="Arial" panose="020B0604020202020204"/>
                <a:ea typeface="Arial" panose="020B0604020202020204"/>
                <a:cs typeface="Arial" panose="020B0604020202020204"/>
              </a:defRPr>
            </a:lvl3pPr>
            <a:lvl4pPr algn="l">
              <a:buNone/>
              <a:defRPr sz="2175" b="1">
                <a:solidFill>
                  <a:srgbClr val="111111"/>
                </a:solidFill>
                <a:latin typeface="Arial" panose="020B0604020202020204"/>
                <a:ea typeface="Arial" panose="020B0604020202020204"/>
                <a:cs typeface="Arial" panose="020B0604020202020204"/>
              </a:defRPr>
            </a:lvl4pPr>
            <a:lvl5pPr algn="l">
              <a:buNone/>
              <a:defRPr sz="2175" b="1">
                <a:solidFill>
                  <a:srgbClr val="111111"/>
                </a:solidFill>
                <a:latin typeface="Arial" panose="020B0604020202020204"/>
                <a:ea typeface="Arial" panose="020B0604020202020204"/>
                <a:cs typeface="Arial" panose="020B0604020202020204"/>
              </a:defRPr>
            </a:lvl5pPr>
            <a:lvl6pPr algn="l">
              <a:buNone/>
              <a:defRPr sz="2175" b="1">
                <a:solidFill>
                  <a:srgbClr val="111111"/>
                </a:solidFill>
                <a:latin typeface="Arial" panose="020B0604020202020204"/>
                <a:ea typeface="Arial" panose="020B0604020202020204"/>
                <a:cs typeface="Arial" panose="020B0604020202020204"/>
              </a:defRPr>
            </a:lvl6pPr>
            <a:lvl7pPr algn="l">
              <a:buNone/>
              <a:defRPr sz="2175" b="1">
                <a:solidFill>
                  <a:srgbClr val="111111"/>
                </a:solidFill>
                <a:latin typeface="Arial" panose="020B0604020202020204"/>
                <a:ea typeface="Arial" panose="020B0604020202020204"/>
                <a:cs typeface="Arial" panose="020B0604020202020204"/>
              </a:defRPr>
            </a:lvl7pPr>
            <a:lvl8pPr algn="l">
              <a:buNone/>
              <a:defRPr sz="2175" b="1">
                <a:solidFill>
                  <a:srgbClr val="111111"/>
                </a:solidFill>
                <a:latin typeface="Arial" panose="020B0604020202020204"/>
                <a:ea typeface="Arial" panose="020B0604020202020204"/>
                <a:cs typeface="Arial" panose="020B0604020202020204"/>
              </a:defRPr>
            </a:lvl8pPr>
            <a:lvl9pPr algn="l">
              <a:buNone/>
              <a:defRPr sz="2175" b="1">
                <a:solidFill>
                  <a:srgbClr val="111111"/>
                </a:solidFill>
                <a:latin typeface="Arial" panose="020B0604020202020204"/>
                <a:ea typeface="Arial" panose="020B0604020202020204"/>
                <a:cs typeface="Arial" panose="020B0604020202020204"/>
              </a:defRPr>
            </a:lvl9pPr>
          </a:lstStyle>
          <a:p>
            <a:pPr algn="l">
              <a:buNone/>
              <a:defRPr sz="2175" b="1">
                <a:solidFill>
                  <a:srgbClr val="111111"/>
                </a:solidFill>
                <a:latin typeface="Arial" panose="020B0604020202020204"/>
                <a:ea typeface="Arial" panose="020B0604020202020204"/>
                <a:cs typeface="Arial" panose="020B0604020202020204"/>
              </a:defRPr>
            </a:pPr>
            <a:r>
              <a:rPr sz="2175" b="1">
                <a:solidFill>
                  <a:srgbClr val="111111"/>
                </a:solidFill>
                <a:latin typeface="Arial" panose="020B0604020202020204"/>
                <a:ea typeface="Arial" panose="020B0604020202020204"/>
                <a:cs typeface="Arial" panose="020B0604020202020204"/>
              </a:rPr>
              <a:t>3. </a:t>
            </a:r>
            <a:r>
              <a:rPr sz="2175" b="1">
                <a:solidFill>
                  <a:srgbClr val="111111"/>
                </a:solidFill>
                <a:latin typeface="Arial" panose="020B0604020202020204"/>
                <a:ea typeface="Arial" panose="020B0604020202020204"/>
                <a:cs typeface="Arial" panose="020B0604020202020204"/>
              </a:rPr>
              <a:t>Cảm biến chuyển động</a:t>
            </a:r>
            <a:endParaRPr sz="2175" b="1">
              <a:solidFill>
                <a:srgbClr val="111111"/>
              </a:solidFill>
              <a:latin typeface="Arial" panose="020B0604020202020204"/>
              <a:ea typeface="Arial" panose="020B0604020202020204"/>
              <a:cs typeface="Arial" panose="020B0604020202020204"/>
            </a:endParaRPr>
          </a:p>
        </p:txBody>
      </p:sp>
      <p:sp>
        <p:nvSpPr>
          <p:cNvPr id="2" name="Rectangle 1"/>
          <p:cNvSpPr>
            <a:spLocks noGrp="1"/>
          </p:cNvSpPr>
          <p:nvPr/>
        </p:nvSpPr>
        <p:spPr>
          <a:xfrm>
            <a:off x="0" y="666750"/>
            <a:ext cx="12192000" cy="95250"/>
          </a:xfrm>
          <a:prstGeom prst="rect">
            <a:avLst/>
          </a:prstGeom>
          <a:solidFill>
            <a:srgbClr val="4E8DF6"/>
          </a:solidFill>
          <a:ln w="9525">
            <a:solidFill>
              <a:srgbClr val="4E8DF6"/>
            </a:solidFill>
            <a:prstDash val="solid"/>
          </a:ln>
        </p:spPr>
      </p:sp>
      <p:sp>
        <p:nvSpPr>
          <p:cNvPr id="4" name="Rectangle 3"/>
          <p:cNvSpPr>
            <a:spLocks noGrp="1"/>
          </p:cNvSpPr>
          <p:nvPr/>
        </p:nvSpPr>
        <p:spPr>
          <a:xfrm>
            <a:off x="6257925" y="1514475"/>
            <a:ext cx="4953000" cy="409575"/>
          </a:xfrm>
          <a:prstGeom prst="rect">
            <a:avLst/>
          </a:prstGeom>
          <a:noFill/>
          <a:ln w="0">
            <a:noFill/>
            <a:prstDash val="solid"/>
          </a:ln>
        </p:spPr>
        <p:txBody>
          <a:bodyPr anchor="ctr"/>
          <a:lstStyle>
            <a:defPPr algn="l">
              <a:defRPr sz="1500" b="1">
                <a:solidFill>
                  <a:srgbClr val="F20D0D"/>
                </a:solidFill>
                <a:latin typeface="Arial" panose="020B0604020202020204"/>
                <a:ea typeface="Arial" panose="020B0604020202020204"/>
                <a:cs typeface="Arial" panose="020B0604020202020204"/>
              </a:defRPr>
            </a:defPPr>
            <a:lvl1pPr algn="l">
              <a:buNone/>
              <a:defRPr sz="1500" b="1">
                <a:solidFill>
                  <a:srgbClr val="F20D0D"/>
                </a:solidFill>
                <a:latin typeface="Arial" panose="020B0604020202020204"/>
                <a:ea typeface="Arial" panose="020B0604020202020204"/>
                <a:cs typeface="Arial" panose="020B0604020202020204"/>
              </a:defRPr>
            </a:lvl1pPr>
            <a:lvl2pPr algn="l">
              <a:buNone/>
              <a:defRPr sz="1500" b="1">
                <a:solidFill>
                  <a:srgbClr val="F20D0D"/>
                </a:solidFill>
                <a:latin typeface="Arial" panose="020B0604020202020204"/>
                <a:ea typeface="Arial" panose="020B0604020202020204"/>
                <a:cs typeface="Arial" panose="020B0604020202020204"/>
              </a:defRPr>
            </a:lvl2pPr>
            <a:lvl3pPr algn="l">
              <a:buNone/>
              <a:defRPr sz="1500" b="1">
                <a:solidFill>
                  <a:srgbClr val="F20D0D"/>
                </a:solidFill>
                <a:latin typeface="Arial" panose="020B0604020202020204"/>
                <a:ea typeface="Arial" panose="020B0604020202020204"/>
                <a:cs typeface="Arial" panose="020B0604020202020204"/>
              </a:defRPr>
            </a:lvl3pPr>
            <a:lvl4pPr algn="l">
              <a:buNone/>
              <a:defRPr sz="1500" b="1">
                <a:solidFill>
                  <a:srgbClr val="F20D0D"/>
                </a:solidFill>
                <a:latin typeface="Arial" panose="020B0604020202020204"/>
                <a:ea typeface="Arial" panose="020B0604020202020204"/>
                <a:cs typeface="Arial" panose="020B0604020202020204"/>
              </a:defRPr>
            </a:lvl4pPr>
            <a:lvl5pPr algn="l">
              <a:buNone/>
              <a:defRPr sz="1500" b="1">
                <a:solidFill>
                  <a:srgbClr val="F20D0D"/>
                </a:solidFill>
                <a:latin typeface="Arial" panose="020B0604020202020204"/>
                <a:ea typeface="Arial" panose="020B0604020202020204"/>
                <a:cs typeface="Arial" panose="020B0604020202020204"/>
              </a:defRPr>
            </a:lvl5pPr>
            <a:lvl6pPr algn="l">
              <a:buNone/>
              <a:defRPr sz="1500" b="1">
                <a:solidFill>
                  <a:srgbClr val="F20D0D"/>
                </a:solidFill>
                <a:latin typeface="Arial" panose="020B0604020202020204"/>
                <a:ea typeface="Arial" panose="020B0604020202020204"/>
                <a:cs typeface="Arial" panose="020B0604020202020204"/>
              </a:defRPr>
            </a:lvl6pPr>
            <a:lvl7pPr algn="l">
              <a:buNone/>
              <a:defRPr sz="1500" b="1">
                <a:solidFill>
                  <a:srgbClr val="F20D0D"/>
                </a:solidFill>
                <a:latin typeface="Arial" panose="020B0604020202020204"/>
                <a:ea typeface="Arial" panose="020B0604020202020204"/>
                <a:cs typeface="Arial" panose="020B0604020202020204"/>
              </a:defRPr>
            </a:lvl7pPr>
            <a:lvl8pPr algn="l">
              <a:buNone/>
              <a:defRPr sz="1500" b="1">
                <a:solidFill>
                  <a:srgbClr val="F20D0D"/>
                </a:solidFill>
                <a:latin typeface="Arial" panose="020B0604020202020204"/>
                <a:ea typeface="Arial" panose="020B0604020202020204"/>
                <a:cs typeface="Arial" panose="020B0604020202020204"/>
              </a:defRPr>
            </a:lvl8pPr>
            <a:lvl9pPr algn="l">
              <a:buNone/>
              <a:defRPr sz="1500" b="1">
                <a:solidFill>
                  <a:srgbClr val="F20D0D"/>
                </a:solidFill>
                <a:latin typeface="Arial" panose="020B0604020202020204"/>
                <a:ea typeface="Arial" panose="020B0604020202020204"/>
                <a:cs typeface="Arial" panose="020B0604020202020204"/>
              </a:defRPr>
            </a:lvl9pPr>
          </a:lstStyle>
          <a:p>
            <a:pPr algn="l">
              <a:buNone/>
              <a:defRPr sz="1500" b="1">
                <a:solidFill>
                  <a:srgbClr val="F20D0D"/>
                </a:solidFill>
                <a:latin typeface="Arial" panose="020B0604020202020204"/>
                <a:ea typeface="Arial" panose="020B0604020202020204"/>
                <a:cs typeface="Arial" panose="020B0604020202020204"/>
              </a:defRPr>
            </a:pPr>
            <a:endParaRPr sz="1500" b="1">
              <a:solidFill>
                <a:srgbClr val="F20D0D"/>
              </a:solidFill>
              <a:latin typeface="Arial" panose="020B0604020202020204"/>
              <a:ea typeface="Arial" panose="020B0604020202020204"/>
              <a:cs typeface="Arial" panose="020B0604020202020204"/>
            </a:endParaRPr>
          </a:p>
        </p:txBody>
      </p:sp>
      <p:sp>
        <p:nvSpPr>
          <p:cNvPr id="5" name="Rectangle 4"/>
          <p:cNvSpPr>
            <a:spLocks noGrp="1"/>
          </p:cNvSpPr>
          <p:nvPr/>
        </p:nvSpPr>
        <p:spPr>
          <a:xfrm>
            <a:off x="6238875" y="1971675"/>
            <a:ext cx="5143500" cy="514350"/>
          </a:xfrm>
          <a:prstGeom prst="rect">
            <a:avLst/>
          </a:prstGeom>
          <a:noFill/>
          <a:ln w="0">
            <a:noFill/>
            <a:prstDash val="solid"/>
          </a:ln>
        </p:spPr>
        <p:txBody>
          <a:bodyPr anchor="ctr"/>
          <a:lstStyle>
            <a:defPPr algn="l">
              <a:defRPr sz="2100" b="1">
                <a:solidFill>
                  <a:srgbClr val="111111"/>
                </a:solidFill>
                <a:latin typeface="Arial" panose="020B0604020202020204"/>
                <a:ea typeface="Arial" panose="020B0604020202020204"/>
                <a:cs typeface="Arial" panose="020B0604020202020204"/>
              </a:defRPr>
            </a:defPPr>
            <a:lvl1pPr algn="l">
              <a:buNone/>
              <a:defRPr sz="2100" b="1">
                <a:solidFill>
                  <a:srgbClr val="111111"/>
                </a:solidFill>
                <a:latin typeface="Arial" panose="020B0604020202020204"/>
                <a:ea typeface="Arial" panose="020B0604020202020204"/>
                <a:cs typeface="Arial" panose="020B0604020202020204"/>
              </a:defRPr>
            </a:lvl1pPr>
            <a:lvl2pPr algn="l">
              <a:buNone/>
              <a:defRPr sz="2100" b="1">
                <a:solidFill>
                  <a:srgbClr val="111111"/>
                </a:solidFill>
                <a:latin typeface="Arial" panose="020B0604020202020204"/>
                <a:ea typeface="Arial" panose="020B0604020202020204"/>
                <a:cs typeface="Arial" panose="020B0604020202020204"/>
              </a:defRPr>
            </a:lvl2pPr>
            <a:lvl3pPr algn="l">
              <a:buNone/>
              <a:defRPr sz="2100" b="1">
                <a:solidFill>
                  <a:srgbClr val="111111"/>
                </a:solidFill>
                <a:latin typeface="Arial" panose="020B0604020202020204"/>
                <a:ea typeface="Arial" panose="020B0604020202020204"/>
                <a:cs typeface="Arial" panose="020B0604020202020204"/>
              </a:defRPr>
            </a:lvl3pPr>
            <a:lvl4pPr algn="l">
              <a:buNone/>
              <a:defRPr sz="2100" b="1">
                <a:solidFill>
                  <a:srgbClr val="111111"/>
                </a:solidFill>
                <a:latin typeface="Arial" panose="020B0604020202020204"/>
                <a:ea typeface="Arial" panose="020B0604020202020204"/>
                <a:cs typeface="Arial" panose="020B0604020202020204"/>
              </a:defRPr>
            </a:lvl4pPr>
            <a:lvl5pPr algn="l">
              <a:buNone/>
              <a:defRPr sz="2100" b="1">
                <a:solidFill>
                  <a:srgbClr val="111111"/>
                </a:solidFill>
                <a:latin typeface="Arial" panose="020B0604020202020204"/>
                <a:ea typeface="Arial" panose="020B0604020202020204"/>
                <a:cs typeface="Arial" panose="020B0604020202020204"/>
              </a:defRPr>
            </a:lvl5pPr>
            <a:lvl6pPr algn="l">
              <a:buNone/>
              <a:defRPr sz="2100" b="1">
                <a:solidFill>
                  <a:srgbClr val="111111"/>
                </a:solidFill>
                <a:latin typeface="Arial" panose="020B0604020202020204"/>
                <a:ea typeface="Arial" panose="020B0604020202020204"/>
                <a:cs typeface="Arial" panose="020B0604020202020204"/>
              </a:defRPr>
            </a:lvl6pPr>
            <a:lvl7pPr algn="l">
              <a:buNone/>
              <a:defRPr sz="2100" b="1">
                <a:solidFill>
                  <a:srgbClr val="111111"/>
                </a:solidFill>
                <a:latin typeface="Arial" panose="020B0604020202020204"/>
                <a:ea typeface="Arial" panose="020B0604020202020204"/>
                <a:cs typeface="Arial" panose="020B0604020202020204"/>
              </a:defRPr>
            </a:lvl7pPr>
            <a:lvl8pPr algn="l">
              <a:buNone/>
              <a:defRPr sz="2100" b="1">
                <a:solidFill>
                  <a:srgbClr val="111111"/>
                </a:solidFill>
                <a:latin typeface="Arial" panose="020B0604020202020204"/>
                <a:ea typeface="Arial" panose="020B0604020202020204"/>
                <a:cs typeface="Arial" panose="020B0604020202020204"/>
              </a:defRPr>
            </a:lvl8pPr>
            <a:lvl9pPr algn="l">
              <a:buNone/>
              <a:defRPr sz="2100" b="1">
                <a:solidFill>
                  <a:srgbClr val="111111"/>
                </a:solidFill>
                <a:latin typeface="Arial" panose="020B0604020202020204"/>
                <a:ea typeface="Arial" panose="020B0604020202020204"/>
                <a:cs typeface="Arial" panose="020B0604020202020204"/>
              </a:defRPr>
            </a:lvl9pPr>
          </a:lstStyle>
          <a:p>
            <a:pPr algn="l">
              <a:buNone/>
              <a:defRPr sz="2100" b="1">
                <a:solidFill>
                  <a:srgbClr val="111111"/>
                </a:solidFill>
                <a:latin typeface="Arial" panose="020B0604020202020204"/>
                <a:ea typeface="Arial" panose="020B0604020202020204"/>
                <a:cs typeface="Arial" panose="020B0604020202020204"/>
              </a:defRPr>
            </a:pPr>
            <a:endParaRPr sz="2100" b="1">
              <a:solidFill>
                <a:srgbClr val="111111"/>
              </a:solidFill>
              <a:latin typeface="Arial" panose="020B0604020202020204"/>
              <a:ea typeface="Arial" panose="020B0604020202020204"/>
              <a:cs typeface="Arial" panose="020B0604020202020204"/>
            </a:endParaRPr>
          </a:p>
        </p:txBody>
      </p:sp>
      <p:sp>
        <p:nvSpPr>
          <p:cNvPr id="6" name="Rectangle 5"/>
          <p:cNvSpPr>
            <a:spLocks noGrp="1"/>
          </p:cNvSpPr>
          <p:nvPr/>
        </p:nvSpPr>
        <p:spPr>
          <a:xfrm>
            <a:off x="6257925" y="2667000"/>
            <a:ext cx="5143500" cy="400050"/>
          </a:xfrm>
          <a:prstGeom prst="rect">
            <a:avLst/>
          </a:prstGeom>
          <a:noFill/>
          <a:ln w="0">
            <a:noFill/>
            <a:prstDash val="solid"/>
          </a:ln>
        </p:spPr>
        <p:txBody>
          <a:bodyPr anchor="ctr"/>
          <a:lstStyle>
            <a:defPPr algn="l">
              <a:defRPr sz="1500" b="0">
                <a:solidFill>
                  <a:srgbClr val="4D4D4D"/>
                </a:solidFill>
                <a:latin typeface="Arial" panose="020B0604020202020204"/>
                <a:ea typeface="Arial" panose="020B0604020202020204"/>
                <a:cs typeface="Arial" panose="020B0604020202020204"/>
              </a:defRPr>
            </a:defPPr>
            <a:lvl1pPr algn="l">
              <a:buNone/>
              <a:defRPr sz="1500" b="0">
                <a:solidFill>
                  <a:srgbClr val="4D4D4D"/>
                </a:solidFill>
                <a:latin typeface="Arial" panose="020B0604020202020204"/>
                <a:ea typeface="Arial" panose="020B0604020202020204"/>
                <a:cs typeface="Arial" panose="020B0604020202020204"/>
              </a:defRPr>
            </a:lvl1pPr>
            <a:lvl2pPr algn="l">
              <a:buNone/>
              <a:defRPr sz="1500" b="0">
                <a:solidFill>
                  <a:srgbClr val="4D4D4D"/>
                </a:solidFill>
                <a:latin typeface="Arial" panose="020B0604020202020204"/>
                <a:ea typeface="Arial" panose="020B0604020202020204"/>
                <a:cs typeface="Arial" panose="020B0604020202020204"/>
              </a:defRPr>
            </a:lvl2pPr>
            <a:lvl3pPr algn="l">
              <a:buNone/>
              <a:defRPr sz="1500" b="0">
                <a:solidFill>
                  <a:srgbClr val="4D4D4D"/>
                </a:solidFill>
                <a:latin typeface="Arial" panose="020B0604020202020204"/>
                <a:ea typeface="Arial" panose="020B0604020202020204"/>
                <a:cs typeface="Arial" panose="020B0604020202020204"/>
              </a:defRPr>
            </a:lvl3pPr>
            <a:lvl4pPr algn="l">
              <a:buNone/>
              <a:defRPr sz="1500" b="0">
                <a:solidFill>
                  <a:srgbClr val="4D4D4D"/>
                </a:solidFill>
                <a:latin typeface="Arial" panose="020B0604020202020204"/>
                <a:ea typeface="Arial" panose="020B0604020202020204"/>
                <a:cs typeface="Arial" panose="020B0604020202020204"/>
              </a:defRPr>
            </a:lvl4pPr>
            <a:lvl5pPr algn="l">
              <a:buNone/>
              <a:defRPr sz="1500" b="0">
                <a:solidFill>
                  <a:srgbClr val="4D4D4D"/>
                </a:solidFill>
                <a:latin typeface="Arial" panose="020B0604020202020204"/>
                <a:ea typeface="Arial" panose="020B0604020202020204"/>
                <a:cs typeface="Arial" panose="020B0604020202020204"/>
              </a:defRPr>
            </a:lvl5pPr>
            <a:lvl6pPr algn="l">
              <a:buNone/>
              <a:defRPr sz="1500" b="0">
                <a:solidFill>
                  <a:srgbClr val="4D4D4D"/>
                </a:solidFill>
                <a:latin typeface="Arial" panose="020B0604020202020204"/>
                <a:ea typeface="Arial" panose="020B0604020202020204"/>
                <a:cs typeface="Arial" panose="020B0604020202020204"/>
              </a:defRPr>
            </a:lvl6pPr>
            <a:lvl7pPr algn="l">
              <a:buNone/>
              <a:defRPr sz="1500" b="0">
                <a:solidFill>
                  <a:srgbClr val="4D4D4D"/>
                </a:solidFill>
                <a:latin typeface="Arial" panose="020B0604020202020204"/>
                <a:ea typeface="Arial" panose="020B0604020202020204"/>
                <a:cs typeface="Arial" panose="020B0604020202020204"/>
              </a:defRPr>
            </a:lvl7pPr>
            <a:lvl8pPr algn="l">
              <a:buNone/>
              <a:defRPr sz="1500" b="0">
                <a:solidFill>
                  <a:srgbClr val="4D4D4D"/>
                </a:solidFill>
                <a:latin typeface="Arial" panose="020B0604020202020204"/>
                <a:ea typeface="Arial" panose="020B0604020202020204"/>
                <a:cs typeface="Arial" panose="020B0604020202020204"/>
              </a:defRPr>
            </a:lvl8pPr>
            <a:lvl9pPr algn="l">
              <a:buNone/>
              <a:defRPr sz="1500" b="0">
                <a:solidFill>
                  <a:srgbClr val="4D4D4D"/>
                </a:solidFill>
                <a:latin typeface="Arial" panose="020B0604020202020204"/>
                <a:ea typeface="Arial" panose="020B0604020202020204"/>
                <a:cs typeface="Arial" panose="020B0604020202020204"/>
              </a:defRPr>
            </a:lvl9pPr>
          </a:lstStyle>
          <a:p>
            <a:pPr algn="l">
              <a:buNone/>
              <a:defRPr sz="1500" b="0">
                <a:solidFill>
                  <a:srgbClr val="4D4D4D"/>
                </a:solidFill>
                <a:latin typeface="Arial" panose="020B0604020202020204"/>
                <a:ea typeface="Arial" panose="020B0604020202020204"/>
                <a:cs typeface="Arial" panose="020B0604020202020204"/>
              </a:defRPr>
            </a:pPr>
            <a:endParaRPr sz="1500" b="0">
              <a:solidFill>
                <a:srgbClr val="4D4D4D"/>
              </a:solidFill>
              <a:latin typeface="Arial" panose="020B0604020202020204"/>
              <a:ea typeface="Arial" panose="020B0604020202020204"/>
              <a:cs typeface="Arial" panose="020B0604020202020204"/>
            </a:endParaRPr>
          </a:p>
        </p:txBody>
      </p:sp>
      <p:sp>
        <p:nvSpPr>
          <p:cNvPr id="7" name="Rectangle 6"/>
          <p:cNvSpPr>
            <a:spLocks noGrp="1"/>
          </p:cNvSpPr>
          <p:nvPr/>
        </p:nvSpPr>
        <p:spPr>
          <a:xfrm>
            <a:off x="6257925" y="3057525"/>
            <a:ext cx="5124450" cy="447675"/>
          </a:xfrm>
          <a:prstGeom prst="rect">
            <a:avLst/>
          </a:prstGeom>
          <a:noFill/>
          <a:ln w="0">
            <a:noFill/>
            <a:prstDash val="solid"/>
          </a:ln>
        </p:spPr>
        <p:txBody>
          <a:bodyPr anchor="ctr"/>
          <a:lstStyle>
            <a:defPPr algn="l">
              <a:defRPr sz="1800" b="1">
                <a:solidFill>
                  <a:srgbClr val="F20D0D"/>
                </a:solidFill>
                <a:latin typeface="Arial" panose="020B0604020202020204"/>
                <a:ea typeface="Arial" panose="020B0604020202020204"/>
                <a:cs typeface="Arial" panose="020B0604020202020204"/>
              </a:defRPr>
            </a:defPPr>
            <a:lvl1pPr algn="l">
              <a:buNone/>
              <a:defRPr sz="1800" b="1">
                <a:solidFill>
                  <a:srgbClr val="F20D0D"/>
                </a:solidFill>
                <a:latin typeface="Arial" panose="020B0604020202020204"/>
                <a:ea typeface="Arial" panose="020B0604020202020204"/>
                <a:cs typeface="Arial" panose="020B0604020202020204"/>
              </a:defRPr>
            </a:lvl1pPr>
            <a:lvl2pPr algn="l">
              <a:buNone/>
              <a:defRPr sz="1800" b="1">
                <a:solidFill>
                  <a:srgbClr val="F20D0D"/>
                </a:solidFill>
                <a:latin typeface="Arial" panose="020B0604020202020204"/>
                <a:ea typeface="Arial" panose="020B0604020202020204"/>
                <a:cs typeface="Arial" panose="020B0604020202020204"/>
              </a:defRPr>
            </a:lvl2pPr>
            <a:lvl3pPr algn="l">
              <a:buNone/>
              <a:defRPr sz="1800" b="1">
                <a:solidFill>
                  <a:srgbClr val="F20D0D"/>
                </a:solidFill>
                <a:latin typeface="Arial" panose="020B0604020202020204"/>
                <a:ea typeface="Arial" panose="020B0604020202020204"/>
                <a:cs typeface="Arial" panose="020B0604020202020204"/>
              </a:defRPr>
            </a:lvl3pPr>
            <a:lvl4pPr algn="l">
              <a:buNone/>
              <a:defRPr sz="1800" b="1">
                <a:solidFill>
                  <a:srgbClr val="F20D0D"/>
                </a:solidFill>
                <a:latin typeface="Arial" panose="020B0604020202020204"/>
                <a:ea typeface="Arial" panose="020B0604020202020204"/>
                <a:cs typeface="Arial" panose="020B0604020202020204"/>
              </a:defRPr>
            </a:lvl4pPr>
            <a:lvl5pPr algn="l">
              <a:buNone/>
              <a:defRPr sz="1800" b="1">
                <a:solidFill>
                  <a:srgbClr val="F20D0D"/>
                </a:solidFill>
                <a:latin typeface="Arial" panose="020B0604020202020204"/>
                <a:ea typeface="Arial" panose="020B0604020202020204"/>
                <a:cs typeface="Arial" panose="020B0604020202020204"/>
              </a:defRPr>
            </a:lvl5pPr>
            <a:lvl6pPr algn="l">
              <a:buNone/>
              <a:defRPr sz="1800" b="1">
                <a:solidFill>
                  <a:srgbClr val="F20D0D"/>
                </a:solidFill>
                <a:latin typeface="Arial" panose="020B0604020202020204"/>
                <a:ea typeface="Arial" panose="020B0604020202020204"/>
                <a:cs typeface="Arial" panose="020B0604020202020204"/>
              </a:defRPr>
            </a:lvl6pPr>
            <a:lvl7pPr algn="l">
              <a:buNone/>
              <a:defRPr sz="1800" b="1">
                <a:solidFill>
                  <a:srgbClr val="F20D0D"/>
                </a:solidFill>
                <a:latin typeface="Arial" panose="020B0604020202020204"/>
                <a:ea typeface="Arial" panose="020B0604020202020204"/>
                <a:cs typeface="Arial" panose="020B0604020202020204"/>
              </a:defRPr>
            </a:lvl7pPr>
            <a:lvl8pPr algn="l">
              <a:buNone/>
              <a:defRPr sz="1800" b="1">
                <a:solidFill>
                  <a:srgbClr val="F20D0D"/>
                </a:solidFill>
                <a:latin typeface="Arial" panose="020B0604020202020204"/>
                <a:ea typeface="Arial" panose="020B0604020202020204"/>
                <a:cs typeface="Arial" panose="020B0604020202020204"/>
              </a:defRPr>
            </a:lvl8pPr>
            <a:lvl9pPr algn="l">
              <a:buNone/>
              <a:defRPr sz="1800" b="1">
                <a:solidFill>
                  <a:srgbClr val="F20D0D"/>
                </a:solidFill>
                <a:latin typeface="Arial" panose="020B0604020202020204"/>
                <a:ea typeface="Arial" panose="020B0604020202020204"/>
                <a:cs typeface="Arial" panose="020B0604020202020204"/>
              </a:defRPr>
            </a:lvl9pPr>
          </a:lstStyle>
          <a:p>
            <a:pPr algn="l">
              <a:buNone/>
              <a:defRPr sz="1800" b="1">
                <a:solidFill>
                  <a:srgbClr val="F20D0D"/>
                </a:solidFill>
                <a:latin typeface="Arial" panose="020B0604020202020204"/>
                <a:ea typeface="Arial" panose="020B0604020202020204"/>
                <a:cs typeface="Arial" panose="020B0604020202020204"/>
              </a:defRPr>
            </a:pPr>
            <a:endParaRPr sz="1800" b="1">
              <a:solidFill>
                <a:srgbClr val="F20D0D"/>
              </a:solidFill>
              <a:latin typeface="Arial" panose="020B0604020202020204"/>
              <a:ea typeface="Arial" panose="020B0604020202020204"/>
              <a:cs typeface="Arial" panose="020B0604020202020204"/>
            </a:endParaRPr>
          </a:p>
        </p:txBody>
      </p:sp>
      <p:sp>
        <p:nvSpPr>
          <p:cNvPr id="8" name="Rectangle 7"/>
          <p:cNvSpPr>
            <a:spLocks noGrp="1"/>
          </p:cNvSpPr>
          <p:nvPr/>
        </p:nvSpPr>
        <p:spPr>
          <a:xfrm>
            <a:off x="6257925" y="3476625"/>
            <a:ext cx="5124450" cy="409575"/>
          </a:xfrm>
          <a:prstGeom prst="rect">
            <a:avLst/>
          </a:prstGeom>
          <a:noFill/>
          <a:ln w="0">
            <a:noFill/>
            <a:prstDash val="solid"/>
          </a:ln>
        </p:spPr>
        <p:txBody>
          <a:bodyPr anchor="ctr"/>
          <a:lstStyle>
            <a:defPPr algn="l">
              <a:defRPr sz="1425" b="0">
                <a:solidFill>
                  <a:srgbClr val="4D4D4D"/>
                </a:solidFill>
                <a:latin typeface="Arial" panose="020B0604020202020204"/>
                <a:ea typeface="Arial" panose="020B0604020202020204"/>
                <a:cs typeface="Arial" panose="020B0604020202020204"/>
              </a:defRPr>
            </a:defPPr>
            <a:lvl1pPr algn="l">
              <a:buNone/>
              <a:defRPr sz="1425" b="0">
                <a:solidFill>
                  <a:srgbClr val="4D4D4D"/>
                </a:solidFill>
                <a:latin typeface="Arial" panose="020B0604020202020204"/>
                <a:ea typeface="Arial" panose="020B0604020202020204"/>
                <a:cs typeface="Arial" panose="020B0604020202020204"/>
              </a:defRPr>
            </a:lvl1pPr>
            <a:lvl2pPr algn="l">
              <a:buNone/>
              <a:defRPr sz="1425" b="0">
                <a:solidFill>
                  <a:srgbClr val="4D4D4D"/>
                </a:solidFill>
                <a:latin typeface="Arial" panose="020B0604020202020204"/>
                <a:ea typeface="Arial" panose="020B0604020202020204"/>
                <a:cs typeface="Arial" panose="020B0604020202020204"/>
              </a:defRPr>
            </a:lvl2pPr>
            <a:lvl3pPr algn="l">
              <a:buNone/>
              <a:defRPr sz="1425" b="0">
                <a:solidFill>
                  <a:srgbClr val="4D4D4D"/>
                </a:solidFill>
                <a:latin typeface="Arial" panose="020B0604020202020204"/>
                <a:ea typeface="Arial" panose="020B0604020202020204"/>
                <a:cs typeface="Arial" panose="020B0604020202020204"/>
              </a:defRPr>
            </a:lvl3pPr>
            <a:lvl4pPr algn="l">
              <a:buNone/>
              <a:defRPr sz="1425" b="0">
                <a:solidFill>
                  <a:srgbClr val="4D4D4D"/>
                </a:solidFill>
                <a:latin typeface="Arial" panose="020B0604020202020204"/>
                <a:ea typeface="Arial" panose="020B0604020202020204"/>
                <a:cs typeface="Arial" panose="020B0604020202020204"/>
              </a:defRPr>
            </a:lvl4pPr>
            <a:lvl5pPr algn="l">
              <a:buNone/>
              <a:defRPr sz="1425" b="0">
                <a:solidFill>
                  <a:srgbClr val="4D4D4D"/>
                </a:solidFill>
                <a:latin typeface="Arial" panose="020B0604020202020204"/>
                <a:ea typeface="Arial" panose="020B0604020202020204"/>
                <a:cs typeface="Arial" panose="020B0604020202020204"/>
              </a:defRPr>
            </a:lvl5pPr>
            <a:lvl6pPr algn="l">
              <a:buNone/>
              <a:defRPr sz="1425" b="0">
                <a:solidFill>
                  <a:srgbClr val="4D4D4D"/>
                </a:solidFill>
                <a:latin typeface="Arial" panose="020B0604020202020204"/>
                <a:ea typeface="Arial" panose="020B0604020202020204"/>
                <a:cs typeface="Arial" panose="020B0604020202020204"/>
              </a:defRPr>
            </a:lvl6pPr>
            <a:lvl7pPr algn="l">
              <a:buNone/>
              <a:defRPr sz="1425" b="0">
                <a:solidFill>
                  <a:srgbClr val="4D4D4D"/>
                </a:solidFill>
                <a:latin typeface="Arial" panose="020B0604020202020204"/>
                <a:ea typeface="Arial" panose="020B0604020202020204"/>
                <a:cs typeface="Arial" panose="020B0604020202020204"/>
              </a:defRPr>
            </a:lvl7pPr>
            <a:lvl8pPr algn="l">
              <a:buNone/>
              <a:defRPr sz="1425" b="0">
                <a:solidFill>
                  <a:srgbClr val="4D4D4D"/>
                </a:solidFill>
                <a:latin typeface="Arial" panose="020B0604020202020204"/>
                <a:ea typeface="Arial" panose="020B0604020202020204"/>
                <a:cs typeface="Arial" panose="020B0604020202020204"/>
              </a:defRPr>
            </a:lvl8pPr>
            <a:lvl9pPr algn="l">
              <a:buNone/>
              <a:defRPr sz="1425" b="0">
                <a:solidFill>
                  <a:srgbClr val="4D4D4D"/>
                </a:solidFill>
                <a:latin typeface="Arial" panose="020B0604020202020204"/>
                <a:ea typeface="Arial" panose="020B0604020202020204"/>
                <a:cs typeface="Arial" panose="020B0604020202020204"/>
              </a:defRPr>
            </a:lvl9pPr>
          </a:lstStyle>
          <a:p>
            <a:pPr algn="l">
              <a:buNone/>
              <a:defRPr sz="1425" b="0">
                <a:solidFill>
                  <a:srgbClr val="4D4D4D"/>
                </a:solidFill>
                <a:latin typeface="Arial" panose="020B0604020202020204"/>
                <a:ea typeface="Arial" panose="020B0604020202020204"/>
                <a:cs typeface="Arial" panose="020B0604020202020204"/>
              </a:defRPr>
            </a:pPr>
            <a:endParaRPr sz="1425" b="0">
              <a:solidFill>
                <a:srgbClr val="4D4D4D"/>
              </a:solidFill>
              <a:latin typeface="Arial" panose="020B0604020202020204"/>
              <a:ea typeface="Arial" panose="020B0604020202020204"/>
              <a:cs typeface="Arial" panose="020B0604020202020204"/>
            </a:endParaRPr>
          </a:p>
        </p:txBody>
      </p:sp>
      <p:sp>
        <p:nvSpPr>
          <p:cNvPr id="9" name="Rectangle 8"/>
          <p:cNvSpPr>
            <a:spLocks noGrp="1"/>
          </p:cNvSpPr>
          <p:nvPr/>
        </p:nvSpPr>
        <p:spPr>
          <a:xfrm>
            <a:off x="6257925" y="4133850"/>
            <a:ext cx="4953000" cy="409575"/>
          </a:xfrm>
          <a:prstGeom prst="rect">
            <a:avLst/>
          </a:prstGeom>
          <a:noFill/>
          <a:ln w="0">
            <a:noFill/>
            <a:prstDash val="solid"/>
          </a:ln>
        </p:spPr>
        <p:txBody>
          <a:bodyPr anchor="ctr"/>
          <a:lstStyle>
            <a:defPPr algn="l">
              <a:defRPr sz="1500" b="1">
                <a:solidFill>
                  <a:srgbClr val="F20D0D"/>
                </a:solidFill>
                <a:latin typeface="Arial" panose="020B0604020202020204"/>
                <a:ea typeface="Arial" panose="020B0604020202020204"/>
                <a:cs typeface="Arial" panose="020B0604020202020204"/>
              </a:defRPr>
            </a:defPPr>
            <a:lvl1pPr algn="l">
              <a:buNone/>
              <a:defRPr sz="1500" b="1">
                <a:solidFill>
                  <a:srgbClr val="F20D0D"/>
                </a:solidFill>
                <a:latin typeface="Arial" panose="020B0604020202020204"/>
                <a:ea typeface="Arial" panose="020B0604020202020204"/>
                <a:cs typeface="Arial" panose="020B0604020202020204"/>
              </a:defRPr>
            </a:lvl1pPr>
            <a:lvl2pPr algn="l">
              <a:buNone/>
              <a:defRPr sz="1500" b="1">
                <a:solidFill>
                  <a:srgbClr val="F20D0D"/>
                </a:solidFill>
                <a:latin typeface="Arial" panose="020B0604020202020204"/>
                <a:ea typeface="Arial" panose="020B0604020202020204"/>
                <a:cs typeface="Arial" panose="020B0604020202020204"/>
              </a:defRPr>
            </a:lvl2pPr>
            <a:lvl3pPr algn="l">
              <a:buNone/>
              <a:defRPr sz="1500" b="1">
                <a:solidFill>
                  <a:srgbClr val="F20D0D"/>
                </a:solidFill>
                <a:latin typeface="Arial" panose="020B0604020202020204"/>
                <a:ea typeface="Arial" panose="020B0604020202020204"/>
                <a:cs typeface="Arial" panose="020B0604020202020204"/>
              </a:defRPr>
            </a:lvl3pPr>
            <a:lvl4pPr algn="l">
              <a:buNone/>
              <a:defRPr sz="1500" b="1">
                <a:solidFill>
                  <a:srgbClr val="F20D0D"/>
                </a:solidFill>
                <a:latin typeface="Arial" panose="020B0604020202020204"/>
                <a:ea typeface="Arial" panose="020B0604020202020204"/>
                <a:cs typeface="Arial" panose="020B0604020202020204"/>
              </a:defRPr>
            </a:lvl4pPr>
            <a:lvl5pPr algn="l">
              <a:buNone/>
              <a:defRPr sz="1500" b="1">
                <a:solidFill>
                  <a:srgbClr val="F20D0D"/>
                </a:solidFill>
                <a:latin typeface="Arial" panose="020B0604020202020204"/>
                <a:ea typeface="Arial" panose="020B0604020202020204"/>
                <a:cs typeface="Arial" panose="020B0604020202020204"/>
              </a:defRPr>
            </a:lvl5pPr>
            <a:lvl6pPr algn="l">
              <a:buNone/>
              <a:defRPr sz="1500" b="1">
                <a:solidFill>
                  <a:srgbClr val="F20D0D"/>
                </a:solidFill>
                <a:latin typeface="Arial" panose="020B0604020202020204"/>
                <a:ea typeface="Arial" panose="020B0604020202020204"/>
                <a:cs typeface="Arial" panose="020B0604020202020204"/>
              </a:defRPr>
            </a:lvl6pPr>
            <a:lvl7pPr algn="l">
              <a:buNone/>
              <a:defRPr sz="1500" b="1">
                <a:solidFill>
                  <a:srgbClr val="F20D0D"/>
                </a:solidFill>
                <a:latin typeface="Arial" panose="020B0604020202020204"/>
                <a:ea typeface="Arial" panose="020B0604020202020204"/>
                <a:cs typeface="Arial" panose="020B0604020202020204"/>
              </a:defRPr>
            </a:lvl7pPr>
            <a:lvl8pPr algn="l">
              <a:buNone/>
              <a:defRPr sz="1500" b="1">
                <a:solidFill>
                  <a:srgbClr val="F20D0D"/>
                </a:solidFill>
                <a:latin typeface="Arial" panose="020B0604020202020204"/>
                <a:ea typeface="Arial" panose="020B0604020202020204"/>
                <a:cs typeface="Arial" panose="020B0604020202020204"/>
              </a:defRPr>
            </a:lvl8pPr>
            <a:lvl9pPr algn="l">
              <a:buNone/>
              <a:defRPr sz="1500" b="1">
                <a:solidFill>
                  <a:srgbClr val="F20D0D"/>
                </a:solidFill>
                <a:latin typeface="Arial" panose="020B0604020202020204"/>
                <a:ea typeface="Arial" panose="020B0604020202020204"/>
                <a:cs typeface="Arial" panose="020B0604020202020204"/>
              </a:defRPr>
            </a:lvl9pPr>
          </a:lstStyle>
          <a:p>
            <a:pPr algn="l">
              <a:buNone/>
              <a:defRPr sz="1500" b="1">
                <a:solidFill>
                  <a:srgbClr val="F20D0D"/>
                </a:solidFill>
                <a:latin typeface="Arial" panose="020B0604020202020204"/>
                <a:ea typeface="Arial" panose="020B0604020202020204"/>
                <a:cs typeface="Arial" panose="020B0604020202020204"/>
              </a:defRPr>
            </a:pPr>
            <a:endParaRPr sz="1500" b="1">
              <a:solidFill>
                <a:srgbClr val="F20D0D"/>
              </a:solidFill>
              <a:latin typeface="Arial" panose="020B0604020202020204"/>
              <a:ea typeface="Arial" panose="020B0604020202020204"/>
              <a:cs typeface="Arial" panose="020B0604020202020204"/>
            </a:endParaRPr>
          </a:p>
        </p:txBody>
      </p:sp>
      <p:sp>
        <p:nvSpPr>
          <p:cNvPr id="10" name="Rectangle 9"/>
          <p:cNvSpPr>
            <a:spLocks noGrp="1"/>
          </p:cNvSpPr>
          <p:nvPr/>
        </p:nvSpPr>
        <p:spPr>
          <a:xfrm>
            <a:off x="6238875" y="4552950"/>
            <a:ext cx="5143500" cy="523875"/>
          </a:xfrm>
          <a:prstGeom prst="rect">
            <a:avLst/>
          </a:prstGeom>
          <a:noFill/>
          <a:ln w="0">
            <a:noFill/>
            <a:prstDash val="solid"/>
          </a:ln>
        </p:spPr>
        <p:txBody>
          <a:bodyPr anchor="ctr"/>
          <a:lstStyle>
            <a:defPPr algn="l">
              <a:defRPr sz="1950" b="1">
                <a:solidFill>
                  <a:srgbClr val="111111"/>
                </a:solidFill>
                <a:latin typeface="Arial" panose="020B0604020202020204"/>
                <a:ea typeface="Arial" panose="020B0604020202020204"/>
                <a:cs typeface="Arial" panose="020B0604020202020204"/>
              </a:defRPr>
            </a:defPPr>
            <a:lvl1pPr algn="l">
              <a:buNone/>
              <a:defRPr sz="1950" b="1">
                <a:solidFill>
                  <a:srgbClr val="111111"/>
                </a:solidFill>
                <a:latin typeface="Arial" panose="020B0604020202020204"/>
                <a:ea typeface="Arial" panose="020B0604020202020204"/>
                <a:cs typeface="Arial" panose="020B0604020202020204"/>
              </a:defRPr>
            </a:lvl1pPr>
            <a:lvl2pPr algn="l">
              <a:buNone/>
              <a:defRPr sz="1950" b="1">
                <a:solidFill>
                  <a:srgbClr val="111111"/>
                </a:solidFill>
                <a:latin typeface="Arial" panose="020B0604020202020204"/>
                <a:ea typeface="Arial" panose="020B0604020202020204"/>
                <a:cs typeface="Arial" panose="020B0604020202020204"/>
              </a:defRPr>
            </a:lvl2pPr>
            <a:lvl3pPr algn="l">
              <a:buNone/>
              <a:defRPr sz="1950" b="1">
                <a:solidFill>
                  <a:srgbClr val="111111"/>
                </a:solidFill>
                <a:latin typeface="Arial" panose="020B0604020202020204"/>
                <a:ea typeface="Arial" panose="020B0604020202020204"/>
                <a:cs typeface="Arial" panose="020B0604020202020204"/>
              </a:defRPr>
            </a:lvl3pPr>
            <a:lvl4pPr algn="l">
              <a:buNone/>
              <a:defRPr sz="1950" b="1">
                <a:solidFill>
                  <a:srgbClr val="111111"/>
                </a:solidFill>
                <a:latin typeface="Arial" panose="020B0604020202020204"/>
                <a:ea typeface="Arial" panose="020B0604020202020204"/>
                <a:cs typeface="Arial" panose="020B0604020202020204"/>
              </a:defRPr>
            </a:lvl4pPr>
            <a:lvl5pPr algn="l">
              <a:buNone/>
              <a:defRPr sz="1950" b="1">
                <a:solidFill>
                  <a:srgbClr val="111111"/>
                </a:solidFill>
                <a:latin typeface="Arial" panose="020B0604020202020204"/>
                <a:ea typeface="Arial" panose="020B0604020202020204"/>
                <a:cs typeface="Arial" panose="020B0604020202020204"/>
              </a:defRPr>
            </a:lvl5pPr>
            <a:lvl6pPr algn="l">
              <a:buNone/>
              <a:defRPr sz="1950" b="1">
                <a:solidFill>
                  <a:srgbClr val="111111"/>
                </a:solidFill>
                <a:latin typeface="Arial" panose="020B0604020202020204"/>
                <a:ea typeface="Arial" panose="020B0604020202020204"/>
                <a:cs typeface="Arial" panose="020B0604020202020204"/>
              </a:defRPr>
            </a:lvl6pPr>
            <a:lvl7pPr algn="l">
              <a:buNone/>
              <a:defRPr sz="1950" b="1">
                <a:solidFill>
                  <a:srgbClr val="111111"/>
                </a:solidFill>
                <a:latin typeface="Arial" panose="020B0604020202020204"/>
                <a:ea typeface="Arial" panose="020B0604020202020204"/>
                <a:cs typeface="Arial" panose="020B0604020202020204"/>
              </a:defRPr>
            </a:lvl7pPr>
            <a:lvl8pPr algn="l">
              <a:buNone/>
              <a:defRPr sz="1950" b="1">
                <a:solidFill>
                  <a:srgbClr val="111111"/>
                </a:solidFill>
                <a:latin typeface="Arial" panose="020B0604020202020204"/>
                <a:ea typeface="Arial" panose="020B0604020202020204"/>
                <a:cs typeface="Arial" panose="020B0604020202020204"/>
              </a:defRPr>
            </a:lvl8pPr>
            <a:lvl9pPr algn="l">
              <a:buNone/>
              <a:defRPr sz="1950" b="1">
                <a:solidFill>
                  <a:srgbClr val="111111"/>
                </a:solidFill>
                <a:latin typeface="Arial" panose="020B0604020202020204"/>
                <a:ea typeface="Arial" panose="020B0604020202020204"/>
                <a:cs typeface="Arial" panose="020B0604020202020204"/>
              </a:defRPr>
            </a:lvl9pPr>
          </a:lstStyle>
          <a:p>
            <a:pPr algn="l">
              <a:buNone/>
              <a:defRPr sz="1950" b="1">
                <a:solidFill>
                  <a:srgbClr val="111111"/>
                </a:solidFill>
                <a:latin typeface="Arial" panose="020B0604020202020204"/>
                <a:ea typeface="Arial" panose="020B0604020202020204"/>
                <a:cs typeface="Arial" panose="020B0604020202020204"/>
              </a:defRPr>
            </a:pPr>
            <a:endParaRPr sz="1950" b="1">
              <a:solidFill>
                <a:srgbClr val="111111"/>
              </a:solidFill>
              <a:latin typeface="Arial" panose="020B0604020202020204"/>
              <a:ea typeface="Arial" panose="020B0604020202020204"/>
              <a:cs typeface="Arial" panose="020B0604020202020204"/>
            </a:endParaRPr>
          </a:p>
        </p:txBody>
      </p:sp>
      <p:sp>
        <p:nvSpPr>
          <p:cNvPr id="11" name="Rectangle 10"/>
          <p:cNvSpPr>
            <a:spLocks noGrp="1"/>
          </p:cNvSpPr>
          <p:nvPr/>
        </p:nvSpPr>
        <p:spPr>
          <a:xfrm>
            <a:off x="6257925" y="5286375"/>
            <a:ext cx="5143500" cy="523875"/>
          </a:xfrm>
          <a:prstGeom prst="rect">
            <a:avLst/>
          </a:prstGeom>
          <a:noFill/>
          <a:ln w="0">
            <a:noFill/>
            <a:prstDash val="solid"/>
          </a:ln>
        </p:spPr>
        <p:txBody>
          <a:bodyPr anchor="ctr"/>
          <a:lstStyle>
            <a:defPPr algn="l">
              <a:defRPr sz="1800" b="1">
                <a:solidFill>
                  <a:srgbClr val="F20D0D"/>
                </a:solidFill>
                <a:latin typeface="Arial" panose="020B0604020202020204"/>
                <a:ea typeface="Arial" panose="020B0604020202020204"/>
                <a:cs typeface="Arial" panose="020B0604020202020204"/>
              </a:defRPr>
            </a:defPPr>
            <a:lvl1pPr algn="l">
              <a:buNone/>
              <a:defRPr sz="1800" b="1">
                <a:solidFill>
                  <a:srgbClr val="F20D0D"/>
                </a:solidFill>
                <a:latin typeface="Arial" panose="020B0604020202020204"/>
                <a:ea typeface="Arial" panose="020B0604020202020204"/>
                <a:cs typeface="Arial" panose="020B0604020202020204"/>
              </a:defRPr>
            </a:lvl1pPr>
            <a:lvl2pPr algn="l">
              <a:buNone/>
              <a:defRPr sz="1800" b="1">
                <a:solidFill>
                  <a:srgbClr val="F20D0D"/>
                </a:solidFill>
                <a:latin typeface="Arial" panose="020B0604020202020204"/>
                <a:ea typeface="Arial" panose="020B0604020202020204"/>
                <a:cs typeface="Arial" panose="020B0604020202020204"/>
              </a:defRPr>
            </a:lvl2pPr>
            <a:lvl3pPr algn="l">
              <a:buNone/>
              <a:defRPr sz="1800" b="1">
                <a:solidFill>
                  <a:srgbClr val="F20D0D"/>
                </a:solidFill>
                <a:latin typeface="Arial" panose="020B0604020202020204"/>
                <a:ea typeface="Arial" panose="020B0604020202020204"/>
                <a:cs typeface="Arial" panose="020B0604020202020204"/>
              </a:defRPr>
            </a:lvl3pPr>
            <a:lvl4pPr algn="l">
              <a:buNone/>
              <a:defRPr sz="1800" b="1">
                <a:solidFill>
                  <a:srgbClr val="F20D0D"/>
                </a:solidFill>
                <a:latin typeface="Arial" panose="020B0604020202020204"/>
                <a:ea typeface="Arial" panose="020B0604020202020204"/>
                <a:cs typeface="Arial" panose="020B0604020202020204"/>
              </a:defRPr>
            </a:lvl4pPr>
            <a:lvl5pPr algn="l">
              <a:buNone/>
              <a:defRPr sz="1800" b="1">
                <a:solidFill>
                  <a:srgbClr val="F20D0D"/>
                </a:solidFill>
                <a:latin typeface="Arial" panose="020B0604020202020204"/>
                <a:ea typeface="Arial" panose="020B0604020202020204"/>
                <a:cs typeface="Arial" panose="020B0604020202020204"/>
              </a:defRPr>
            </a:lvl5pPr>
            <a:lvl6pPr algn="l">
              <a:buNone/>
              <a:defRPr sz="1800" b="1">
                <a:solidFill>
                  <a:srgbClr val="F20D0D"/>
                </a:solidFill>
                <a:latin typeface="Arial" panose="020B0604020202020204"/>
                <a:ea typeface="Arial" panose="020B0604020202020204"/>
                <a:cs typeface="Arial" panose="020B0604020202020204"/>
              </a:defRPr>
            </a:lvl6pPr>
            <a:lvl7pPr algn="l">
              <a:buNone/>
              <a:defRPr sz="1800" b="1">
                <a:solidFill>
                  <a:srgbClr val="F20D0D"/>
                </a:solidFill>
                <a:latin typeface="Arial" panose="020B0604020202020204"/>
                <a:ea typeface="Arial" panose="020B0604020202020204"/>
                <a:cs typeface="Arial" panose="020B0604020202020204"/>
              </a:defRPr>
            </a:lvl7pPr>
            <a:lvl8pPr algn="l">
              <a:buNone/>
              <a:defRPr sz="1800" b="1">
                <a:solidFill>
                  <a:srgbClr val="F20D0D"/>
                </a:solidFill>
                <a:latin typeface="Arial" panose="020B0604020202020204"/>
                <a:ea typeface="Arial" panose="020B0604020202020204"/>
                <a:cs typeface="Arial" panose="020B0604020202020204"/>
              </a:defRPr>
            </a:lvl8pPr>
            <a:lvl9pPr algn="l">
              <a:buNone/>
              <a:defRPr sz="1800" b="1">
                <a:solidFill>
                  <a:srgbClr val="F20D0D"/>
                </a:solidFill>
                <a:latin typeface="Arial" panose="020B0604020202020204"/>
                <a:ea typeface="Arial" panose="020B0604020202020204"/>
                <a:cs typeface="Arial" panose="020B0604020202020204"/>
              </a:defRPr>
            </a:lvl9pPr>
          </a:lstStyle>
          <a:p>
            <a:pPr algn="l">
              <a:buNone/>
              <a:defRPr sz="1800" b="1">
                <a:solidFill>
                  <a:srgbClr val="F20D0D"/>
                </a:solidFill>
                <a:latin typeface="Arial" panose="020B0604020202020204"/>
                <a:ea typeface="Arial" panose="020B0604020202020204"/>
                <a:cs typeface="Arial" panose="020B0604020202020204"/>
              </a:defRPr>
            </a:pPr>
            <a:endParaRPr sz="1800" b="1">
              <a:solidFill>
                <a:srgbClr val="F20D0D"/>
              </a:solidFill>
              <a:latin typeface="Arial" panose="020B0604020202020204"/>
              <a:ea typeface="Arial" panose="020B0604020202020204"/>
              <a:cs typeface="Arial" panose="020B0604020202020204"/>
            </a:endParaRPr>
          </a:p>
        </p:txBody>
      </p:sp>
      <p:sp>
        <p:nvSpPr>
          <p:cNvPr id="14" name="Text Box 13"/>
          <p:cNvSpPr>
            <a:spLocks noGrp="1"/>
          </p:cNvSpPr>
          <p:nvPr/>
        </p:nvSpPr>
        <p:spPr>
          <a:xfrm>
            <a:off x="623570" y="949325"/>
            <a:ext cx="9468485" cy="1529715"/>
          </a:xfrm>
          <a:prstGeom prst="rect">
            <a:avLst/>
          </a:prstGeom>
        </p:spPr>
        <p:txBody>
          <a:bodyPr wrap="square">
            <a:spAutoFit/>
          </a:bodyPr>
          <a:lstStyle/>
          <a:p>
            <a:pPr marL="0" indent="0" algn="l">
              <a:lnSpc>
                <a:spcPct val="130000"/>
              </a:lnSpc>
              <a:buNone/>
            </a:pPr>
            <a:r>
              <a:rPr b="1" i="0">
                <a:solidFill>
                  <a:srgbClr val="FF0000"/>
                </a:solidFill>
                <a:latin typeface="Arial" panose="020B0604020202020204"/>
                <a:ea typeface="Arial" panose="020B0604020202020204"/>
                <a:cs typeface="Arial" panose="020B0604020202020204"/>
              </a:rPr>
              <a:t>C</a:t>
            </a:r>
            <a:r>
              <a:rPr b="1" i="0">
                <a:solidFill>
                  <a:srgbClr val="FF0000"/>
                </a:solidFill>
                <a:latin typeface="Arial" panose="020B0604020202020204"/>
                <a:ea typeface="Arial" panose="020B0604020202020204"/>
                <a:cs typeface="Arial" panose="020B0604020202020204"/>
              </a:rPr>
              <a:t>ảm biến chuyển động</a:t>
            </a:r>
            <a:r>
              <a:rPr b="1" i="0">
                <a:solidFill>
                  <a:srgbClr val="FF0000"/>
                </a:solidFill>
                <a:latin typeface="Arial" panose="020B0604020202020204"/>
                <a:ea typeface="Arial" panose="020B0604020202020204"/>
                <a:cs typeface="Arial" panose="020B0604020202020204"/>
              </a:rPr>
              <a:t> </a:t>
            </a:r>
            <a:r>
              <a:rPr b="1" i="0">
                <a:solidFill>
                  <a:srgbClr val="FF0000"/>
                </a:solidFill>
                <a:latin typeface="Arial" panose="020B0604020202020204"/>
                <a:ea typeface="Arial" panose="020B0604020202020204"/>
                <a:cs typeface="Arial" panose="020B0604020202020204"/>
              </a:rPr>
              <a:t>(Motion Sensors)</a:t>
            </a:r>
            <a:r>
              <a:rPr b="0" i="0">
                <a:solidFill>
                  <a:srgbClr val="303030"/>
                </a:solidFill>
                <a:latin typeface="Arial" panose="020B0604020202020204"/>
                <a:ea typeface="Arial" panose="020B0604020202020204"/>
                <a:cs typeface="Arial" panose="020B0604020202020204"/>
              </a:rPr>
              <a:t> trên nền tảng Android được thiết kế để theo dõi các chuyển động của thiết bị như nghiêng (tilt), lắc (shake), xoay (rotation) hoặc vung (swing). Dữ liệu từ các cảm biến này có thể phản ánh hành vi điều khiển trực tiếp của người dùng</a:t>
            </a:r>
            <a:r>
              <a:rPr sz="1600" b="0" i="0">
                <a:solidFill>
                  <a:srgbClr val="303030"/>
                </a:solidFill>
                <a:latin typeface="Arial" panose="020B0604020202020204"/>
                <a:ea typeface="Arial" panose="020B0604020202020204"/>
                <a:cs typeface="Arial" panose="020B0604020202020204"/>
              </a:rPr>
              <a:t>.</a:t>
            </a:r>
            <a:endParaRPr sz="1600" b="0" i="0">
              <a:solidFill>
                <a:srgbClr val="303030"/>
              </a:solidFill>
              <a:latin typeface="Arial" panose="020B0604020202020204"/>
              <a:ea typeface="Arial" panose="020B0604020202020204"/>
              <a:cs typeface="Arial" panose="020B0604020202020204"/>
            </a:endParaRPr>
          </a:p>
        </p:txBody>
      </p:sp>
      <p:sp>
        <p:nvSpPr>
          <p:cNvPr id="15" name="Text Box 14"/>
          <p:cNvSpPr>
            <a:spLocks noGrp="1"/>
          </p:cNvSpPr>
          <p:nvPr/>
        </p:nvSpPr>
        <p:spPr>
          <a:xfrm>
            <a:off x="623570" y="2533650"/>
            <a:ext cx="9708515" cy="2682240"/>
          </a:xfrm>
          <a:prstGeom prst="rect">
            <a:avLst/>
          </a:prstGeom>
        </p:spPr>
        <p:txBody>
          <a:bodyPr wrap="square">
            <a:spAutoFit/>
          </a:bodyPr>
          <a:lstStyle/>
          <a:p>
            <a:pPr>
              <a:lnSpc>
                <a:spcPct val="104000"/>
              </a:lnSpc>
              <a:buNone/>
            </a:pPr>
            <a:r>
              <a:rPr b="1" i="0">
                <a:latin typeface="Arial" panose="020B0604020202020204"/>
                <a:ea typeface="Arial" panose="020B0604020202020204"/>
                <a:cs typeface="Arial" panose="020B0604020202020204"/>
              </a:rPr>
              <a:t>C</a:t>
            </a:r>
            <a:r>
              <a:rPr b="1" i="0">
                <a:latin typeface="Arial" panose="020B0604020202020204"/>
                <a:ea typeface="Arial" panose="020B0604020202020204"/>
                <a:cs typeface="Arial" panose="020B0604020202020204"/>
              </a:rPr>
              <a:t>ảm biến chuyển động được chia thành 2 nhóm chính:</a:t>
            </a:r>
            <a:endParaRPr b="1" i="0">
              <a:latin typeface="Arial" panose="020B0604020202020204"/>
              <a:ea typeface="Arial" panose="020B0604020202020204"/>
              <a:cs typeface="Arial" panose="020B0604020202020204"/>
            </a:endParaRPr>
          </a:p>
          <a:p>
            <a:pPr>
              <a:lnSpc>
                <a:spcPct val="104000"/>
              </a:lnSpc>
              <a:buNone/>
            </a:pPr>
            <a:endParaRPr b="1" i="0">
              <a:latin typeface="Arial" panose="020B0604020202020204"/>
              <a:ea typeface="Arial" panose="020B0604020202020204"/>
              <a:cs typeface="Arial" panose="020B0604020202020204"/>
            </a:endParaRPr>
          </a:p>
          <a:p>
            <a:pPr marL="0" indent="0">
              <a:lnSpc>
                <a:spcPct val="104000"/>
              </a:lnSpc>
              <a:buFont typeface="Arial" panose="020B0604020202020204"/>
              <a:buChar char="•"/>
            </a:pPr>
            <a:r>
              <a:rPr b="1" i="0">
                <a:solidFill>
                  <a:srgbClr val="FF0000"/>
                </a:solidFill>
                <a:latin typeface="Arial" panose="020B0604020202020204"/>
                <a:ea typeface="Arial" panose="020B0604020202020204"/>
                <a:cs typeface="Arial" panose="020B0604020202020204"/>
              </a:rPr>
              <a:t>Cảm biến dựa trên phần cứng (Hardware-based)</a:t>
            </a:r>
            <a:r>
              <a:rPr b="1" i="0">
                <a:solidFill>
                  <a:srgbClr val="303030"/>
                </a:solidFill>
                <a:latin typeface="Arial" panose="020B0604020202020204"/>
                <a:ea typeface="Arial" panose="020B0604020202020204"/>
                <a:cs typeface="Arial" panose="020B0604020202020204"/>
              </a:rPr>
              <a:t>:</a:t>
            </a:r>
            <a:r>
              <a:rPr b="0" i="0">
                <a:solidFill>
                  <a:srgbClr val="303030"/>
                </a:solidFill>
                <a:latin typeface="Arial" panose="020B0604020202020204"/>
                <a:ea typeface="Arial" panose="020B0604020202020204"/>
                <a:cs typeface="Arial" panose="020B0604020202020204"/>
              </a:rPr>
              <a:t> Là các linh kiện vật lý được tích hợp trực tiếp trên thiết bị.</a:t>
            </a:r>
            <a:r>
              <a:rPr b="1" i="0">
                <a:solidFill>
                  <a:schemeClr val="tx1"/>
                </a:solidFill>
                <a:latin typeface="Arial" panose="020B0604020202020204"/>
                <a:ea typeface="Arial" panose="020B0604020202020204"/>
                <a:cs typeface="Arial" panose="020B0604020202020204"/>
              </a:rPr>
              <a:t> Cảm biến gia tốc</a:t>
            </a:r>
            <a:r>
              <a:rPr b="0" i="0">
                <a:solidFill>
                  <a:srgbClr val="303030"/>
                </a:solidFill>
                <a:latin typeface="Arial" panose="020B0604020202020204"/>
                <a:ea typeface="Arial" panose="020B0604020202020204"/>
                <a:cs typeface="Arial" panose="020B0604020202020204"/>
              </a:rPr>
              <a:t> và </a:t>
            </a:r>
            <a:r>
              <a:rPr b="1" i="0">
                <a:solidFill>
                  <a:srgbClr val="303030"/>
                </a:solidFill>
                <a:latin typeface="Arial" panose="020B0604020202020204"/>
                <a:ea typeface="Arial" panose="020B0604020202020204"/>
                <a:cs typeface="Arial" panose="020B0604020202020204"/>
              </a:rPr>
              <a:t>Con quay hồi chuyển luôn </a:t>
            </a:r>
            <a:r>
              <a:rPr b="0" i="0">
                <a:solidFill>
                  <a:srgbClr val="303030"/>
                </a:solidFill>
                <a:latin typeface="Arial" panose="020B0604020202020204"/>
                <a:ea typeface="Arial" panose="020B0604020202020204"/>
                <a:cs typeface="Arial" panose="020B0604020202020204"/>
              </a:rPr>
              <a:t>là các cảm biến phần cứng.</a:t>
            </a:r>
            <a:endParaRPr b="0" i="0">
              <a:solidFill>
                <a:srgbClr val="303030"/>
              </a:solidFill>
              <a:latin typeface="Arial" panose="020B0604020202020204"/>
              <a:ea typeface="Arial" panose="020B0604020202020204"/>
              <a:cs typeface="Arial" panose="020B0604020202020204"/>
            </a:endParaRPr>
          </a:p>
          <a:p>
            <a:pPr marL="0" indent="0">
              <a:lnSpc>
                <a:spcPct val="104000"/>
              </a:lnSpc>
              <a:buFont typeface="Arial" panose="020B0604020202020204"/>
              <a:buChar char="•"/>
            </a:pPr>
            <a:endParaRPr b="0" i="0">
              <a:solidFill>
                <a:srgbClr val="303030"/>
              </a:solidFill>
              <a:latin typeface="Arial" panose="020B0604020202020204"/>
              <a:ea typeface="Arial" panose="020B0604020202020204"/>
              <a:cs typeface="Arial" panose="020B0604020202020204"/>
            </a:endParaRPr>
          </a:p>
          <a:p>
            <a:pPr marL="0" indent="0">
              <a:lnSpc>
                <a:spcPct val="104000"/>
              </a:lnSpc>
              <a:buFont typeface="Arial" panose="020B0604020202020204"/>
              <a:buChar char="•"/>
            </a:pPr>
            <a:r>
              <a:rPr b="1" i="0">
                <a:solidFill>
                  <a:srgbClr val="FF0000"/>
                </a:solidFill>
                <a:latin typeface="Arial" panose="020B0604020202020204"/>
                <a:ea typeface="Arial" panose="020B0604020202020204"/>
                <a:cs typeface="Arial" panose="020B0604020202020204"/>
              </a:rPr>
              <a:t>Cảm biến dựa trên phần mềm / Cảm biến ảo (Software-based / Virtual)</a:t>
            </a:r>
            <a:r>
              <a:rPr b="1" i="0">
                <a:solidFill>
                  <a:srgbClr val="303030"/>
                </a:solidFill>
                <a:latin typeface="Arial" panose="020B0604020202020204"/>
                <a:ea typeface="Arial" panose="020B0604020202020204"/>
                <a:cs typeface="Arial" panose="020B0604020202020204"/>
              </a:rPr>
              <a:t>:</a:t>
            </a:r>
            <a:r>
              <a:rPr b="0" i="0">
                <a:solidFill>
                  <a:srgbClr val="303030"/>
                </a:solidFill>
                <a:latin typeface="Arial" panose="020B0604020202020204"/>
                <a:ea typeface="Arial" panose="020B0604020202020204"/>
                <a:cs typeface="Arial" panose="020B0604020202020204"/>
              </a:rPr>
              <a:t> Không phải là thiết bị vật lý riêng lẻ mà lấy dữ liệu tổng hợp từ một hoặc nhiều cảm biến phần cứng . </a:t>
            </a:r>
            <a:endParaRPr b="0" i="0">
              <a:solidFill>
                <a:srgbClr val="303030"/>
              </a:solidFill>
              <a:latin typeface="Arial" panose="020B0604020202020204"/>
              <a:ea typeface="Arial" panose="020B0604020202020204"/>
              <a:cs typeface="Arial" panose="020B0604020202020204"/>
            </a:endParaRPr>
          </a:p>
          <a:p>
            <a:pPr marL="0" indent="0">
              <a:lnSpc>
                <a:spcPct val="104000"/>
              </a:lnSpc>
              <a:buFont typeface="Arial" panose="020B0604020202020204"/>
              <a:buChar char="•"/>
            </a:pPr>
            <a:r>
              <a:rPr b="1" i="0">
                <a:solidFill>
                  <a:schemeClr val="tx1"/>
                </a:solidFill>
                <a:latin typeface="Arial" panose="020B0604020202020204"/>
                <a:ea typeface="Arial" panose="020B0604020202020204"/>
                <a:cs typeface="Arial" panose="020B0604020202020204"/>
              </a:rPr>
              <a:t>Ví dụ </a:t>
            </a:r>
            <a:r>
              <a:rPr b="0" i="0">
                <a:solidFill>
                  <a:srgbClr val="303030"/>
                </a:solidFill>
                <a:latin typeface="Arial" panose="020B0604020202020204"/>
                <a:ea typeface="Arial" panose="020B0604020202020204"/>
                <a:cs typeface="Arial" panose="020B0604020202020204"/>
              </a:rPr>
              <a:t>bao gồm cảm biến trọng lực, cảm biến gia tốc tuyến tính, và vectơ xoay.</a:t>
            </a:r>
            <a:endParaRPr b="0" i="0">
              <a:solidFill>
                <a:srgbClr val="303030"/>
              </a:solidFill>
              <a:latin typeface="Arial" panose="020B0604020202020204"/>
              <a:ea typeface="Arial" panose="020B0604020202020204"/>
              <a:cs typeface="Arial" panose="020B060402020202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3" name="Rectangle 12"/>
          <p:cNvSpPr>
            <a:spLocks noGrp="1"/>
          </p:cNvSpPr>
          <p:nvPr/>
        </p:nvSpPr>
        <p:spPr>
          <a:xfrm>
            <a:off x="342900" y="152400"/>
            <a:ext cx="11401425" cy="466725"/>
          </a:xfrm>
          <a:prstGeom prst="rect">
            <a:avLst/>
          </a:prstGeom>
          <a:noFill/>
          <a:ln w="0">
            <a:noFill/>
            <a:prstDash val="solid"/>
          </a:ln>
        </p:spPr>
        <p:txBody>
          <a:bodyPr anchor="ctr"/>
          <a:lstStyle>
            <a:defPPr algn="l">
              <a:defRPr sz="2175" b="1">
                <a:solidFill>
                  <a:srgbClr val="111111"/>
                </a:solidFill>
                <a:latin typeface="Arial" panose="020B0604020202020204"/>
                <a:ea typeface="Arial" panose="020B0604020202020204"/>
                <a:cs typeface="Arial" panose="020B0604020202020204"/>
              </a:defRPr>
            </a:defPPr>
            <a:lvl1pPr algn="l">
              <a:buNone/>
              <a:defRPr sz="2175" b="1">
                <a:solidFill>
                  <a:srgbClr val="111111"/>
                </a:solidFill>
                <a:latin typeface="Arial" panose="020B0604020202020204"/>
                <a:ea typeface="Arial" panose="020B0604020202020204"/>
                <a:cs typeface="Arial" panose="020B0604020202020204"/>
              </a:defRPr>
            </a:lvl1pPr>
            <a:lvl2pPr algn="l">
              <a:buNone/>
              <a:defRPr sz="2175" b="1">
                <a:solidFill>
                  <a:srgbClr val="111111"/>
                </a:solidFill>
                <a:latin typeface="Arial" panose="020B0604020202020204"/>
                <a:ea typeface="Arial" panose="020B0604020202020204"/>
                <a:cs typeface="Arial" panose="020B0604020202020204"/>
              </a:defRPr>
            </a:lvl2pPr>
            <a:lvl3pPr algn="l">
              <a:buNone/>
              <a:defRPr sz="2175" b="1">
                <a:solidFill>
                  <a:srgbClr val="111111"/>
                </a:solidFill>
                <a:latin typeface="Arial" panose="020B0604020202020204"/>
                <a:ea typeface="Arial" panose="020B0604020202020204"/>
                <a:cs typeface="Arial" panose="020B0604020202020204"/>
              </a:defRPr>
            </a:lvl3pPr>
            <a:lvl4pPr algn="l">
              <a:buNone/>
              <a:defRPr sz="2175" b="1">
                <a:solidFill>
                  <a:srgbClr val="111111"/>
                </a:solidFill>
                <a:latin typeface="Arial" panose="020B0604020202020204"/>
                <a:ea typeface="Arial" panose="020B0604020202020204"/>
                <a:cs typeface="Arial" panose="020B0604020202020204"/>
              </a:defRPr>
            </a:lvl4pPr>
            <a:lvl5pPr algn="l">
              <a:buNone/>
              <a:defRPr sz="2175" b="1">
                <a:solidFill>
                  <a:srgbClr val="111111"/>
                </a:solidFill>
                <a:latin typeface="Arial" panose="020B0604020202020204"/>
                <a:ea typeface="Arial" panose="020B0604020202020204"/>
                <a:cs typeface="Arial" panose="020B0604020202020204"/>
              </a:defRPr>
            </a:lvl5pPr>
            <a:lvl6pPr algn="l">
              <a:buNone/>
              <a:defRPr sz="2175" b="1">
                <a:solidFill>
                  <a:srgbClr val="111111"/>
                </a:solidFill>
                <a:latin typeface="Arial" panose="020B0604020202020204"/>
                <a:ea typeface="Arial" panose="020B0604020202020204"/>
                <a:cs typeface="Arial" panose="020B0604020202020204"/>
              </a:defRPr>
            </a:lvl6pPr>
            <a:lvl7pPr algn="l">
              <a:buNone/>
              <a:defRPr sz="2175" b="1">
                <a:solidFill>
                  <a:srgbClr val="111111"/>
                </a:solidFill>
                <a:latin typeface="Arial" panose="020B0604020202020204"/>
                <a:ea typeface="Arial" panose="020B0604020202020204"/>
                <a:cs typeface="Arial" panose="020B0604020202020204"/>
              </a:defRPr>
            </a:lvl7pPr>
            <a:lvl8pPr algn="l">
              <a:buNone/>
              <a:defRPr sz="2175" b="1">
                <a:solidFill>
                  <a:srgbClr val="111111"/>
                </a:solidFill>
                <a:latin typeface="Arial" panose="020B0604020202020204"/>
                <a:ea typeface="Arial" panose="020B0604020202020204"/>
                <a:cs typeface="Arial" panose="020B0604020202020204"/>
              </a:defRPr>
            </a:lvl8pPr>
            <a:lvl9pPr algn="l">
              <a:buNone/>
              <a:defRPr sz="2175" b="1">
                <a:solidFill>
                  <a:srgbClr val="111111"/>
                </a:solidFill>
                <a:latin typeface="Arial" panose="020B0604020202020204"/>
                <a:ea typeface="Arial" panose="020B0604020202020204"/>
                <a:cs typeface="Arial" panose="020B0604020202020204"/>
              </a:defRPr>
            </a:lvl9pPr>
          </a:lstStyle>
          <a:p>
            <a:pPr algn="l">
              <a:buNone/>
              <a:defRPr sz="2175" b="1">
                <a:solidFill>
                  <a:srgbClr val="111111"/>
                </a:solidFill>
                <a:latin typeface="Arial" panose="020B0604020202020204"/>
                <a:ea typeface="Arial" panose="020B0604020202020204"/>
                <a:cs typeface="Arial" panose="020B0604020202020204"/>
              </a:defRPr>
            </a:pPr>
            <a:r>
              <a:rPr sz="2175" b="1">
                <a:solidFill>
                  <a:srgbClr val="111111"/>
                </a:solidFill>
                <a:latin typeface="Arial" panose="020B0604020202020204"/>
                <a:ea typeface="Arial" panose="020B0604020202020204"/>
                <a:cs typeface="Arial" panose="020B0604020202020204"/>
              </a:rPr>
              <a:t>3. </a:t>
            </a:r>
            <a:r>
              <a:rPr sz="2175" b="1">
                <a:solidFill>
                  <a:srgbClr val="111111"/>
                </a:solidFill>
                <a:latin typeface="Arial" panose="020B0604020202020204"/>
                <a:ea typeface="Arial" panose="020B0604020202020204"/>
                <a:cs typeface="Arial" panose="020B0604020202020204"/>
              </a:rPr>
              <a:t>Hệ tọa độ của cảm </a:t>
            </a:r>
            <a:r>
              <a:rPr sz="2175" b="1">
                <a:solidFill>
                  <a:srgbClr val="111111"/>
                </a:solidFill>
                <a:latin typeface="Arial" panose="020B0604020202020204"/>
                <a:ea typeface="Arial" panose="020B0604020202020204"/>
                <a:cs typeface="Arial" panose="020B0604020202020204"/>
              </a:rPr>
              <a:t>biến</a:t>
            </a:r>
            <a:endParaRPr sz="2175" b="1">
              <a:solidFill>
                <a:srgbClr val="111111"/>
              </a:solidFill>
              <a:latin typeface="Arial" panose="020B0604020202020204"/>
              <a:ea typeface="Arial" panose="020B0604020202020204"/>
              <a:cs typeface="Arial" panose="020B0604020202020204"/>
            </a:endParaRPr>
          </a:p>
        </p:txBody>
      </p:sp>
      <p:sp>
        <p:nvSpPr>
          <p:cNvPr id="2" name="Rectangle 1"/>
          <p:cNvSpPr>
            <a:spLocks noGrp="1"/>
          </p:cNvSpPr>
          <p:nvPr/>
        </p:nvSpPr>
        <p:spPr>
          <a:xfrm>
            <a:off x="0" y="666750"/>
            <a:ext cx="12192000" cy="95250"/>
          </a:xfrm>
          <a:prstGeom prst="rect">
            <a:avLst/>
          </a:prstGeom>
          <a:solidFill>
            <a:srgbClr val="4E8DF6"/>
          </a:solidFill>
          <a:ln w="9525">
            <a:solidFill>
              <a:srgbClr val="4E8DF6"/>
            </a:solidFill>
            <a:prstDash val="solid"/>
          </a:ln>
        </p:spPr>
      </p:sp>
      <p:pic>
        <p:nvPicPr>
          <p:cNvPr id="3" name="Picture 2"/>
          <p:cNvPicPr>
            <a:picLocks noChangeAspect="1"/>
          </p:cNvPicPr>
          <p:nvPr/>
        </p:nvPicPr>
        <p:blipFill>
          <a:blip r:embed="rId1"/>
          <a:stretch>
            <a:fillRect/>
          </a:stretch>
        </p:blipFill>
        <p:spPr>
          <a:xfrm>
            <a:off x="820762" y="1209675"/>
            <a:ext cx="4416376" cy="4810125"/>
          </a:xfrm>
          <a:prstGeom prst="rect">
            <a:avLst/>
          </a:prstGeom>
        </p:spPr>
      </p:pic>
      <p:sp>
        <p:nvSpPr>
          <p:cNvPr id="12" name="Rectangle 11"/>
          <p:cNvSpPr>
            <a:spLocks noGrp="1"/>
          </p:cNvSpPr>
          <p:nvPr/>
        </p:nvSpPr>
        <p:spPr>
          <a:xfrm>
            <a:off x="581025" y="6000750"/>
            <a:ext cx="10953750" cy="419100"/>
          </a:xfrm>
          <a:prstGeom prst="rect">
            <a:avLst/>
          </a:prstGeom>
          <a:noFill/>
          <a:ln w="0">
            <a:noFill/>
            <a:prstDash val="solid"/>
          </a:ln>
        </p:spPr>
        <p:txBody>
          <a:bodyPr anchor="ctr"/>
          <a:lstStyle>
            <a:defPPr algn="l">
              <a:defRPr sz="1350" b="0">
                <a:solidFill>
                  <a:srgbClr val="4D4D4D"/>
                </a:solidFill>
                <a:latin typeface="Arial" panose="020B0604020202020204"/>
                <a:ea typeface="Arial" panose="020B0604020202020204"/>
                <a:cs typeface="Arial" panose="020B0604020202020204"/>
              </a:defRPr>
            </a:defPPr>
            <a:lvl1pPr algn="l">
              <a:buNone/>
              <a:defRPr sz="1350" b="0">
                <a:solidFill>
                  <a:srgbClr val="4D4D4D"/>
                </a:solidFill>
                <a:latin typeface="Arial" panose="020B0604020202020204"/>
                <a:ea typeface="Arial" panose="020B0604020202020204"/>
                <a:cs typeface="Arial" panose="020B0604020202020204"/>
              </a:defRPr>
            </a:lvl1pPr>
            <a:lvl2pPr algn="l">
              <a:buNone/>
              <a:defRPr sz="1350" b="0">
                <a:solidFill>
                  <a:srgbClr val="4D4D4D"/>
                </a:solidFill>
                <a:latin typeface="Arial" panose="020B0604020202020204"/>
                <a:ea typeface="Arial" panose="020B0604020202020204"/>
                <a:cs typeface="Arial" panose="020B0604020202020204"/>
              </a:defRPr>
            </a:lvl2pPr>
            <a:lvl3pPr algn="l">
              <a:buNone/>
              <a:defRPr sz="1350" b="0">
                <a:solidFill>
                  <a:srgbClr val="4D4D4D"/>
                </a:solidFill>
                <a:latin typeface="Arial" panose="020B0604020202020204"/>
                <a:ea typeface="Arial" panose="020B0604020202020204"/>
                <a:cs typeface="Arial" panose="020B0604020202020204"/>
              </a:defRPr>
            </a:lvl3pPr>
            <a:lvl4pPr algn="l">
              <a:buNone/>
              <a:defRPr sz="1350" b="0">
                <a:solidFill>
                  <a:srgbClr val="4D4D4D"/>
                </a:solidFill>
                <a:latin typeface="Arial" panose="020B0604020202020204"/>
                <a:ea typeface="Arial" panose="020B0604020202020204"/>
                <a:cs typeface="Arial" panose="020B0604020202020204"/>
              </a:defRPr>
            </a:lvl4pPr>
            <a:lvl5pPr algn="l">
              <a:buNone/>
              <a:defRPr sz="1350" b="0">
                <a:solidFill>
                  <a:srgbClr val="4D4D4D"/>
                </a:solidFill>
                <a:latin typeface="Arial" panose="020B0604020202020204"/>
                <a:ea typeface="Arial" panose="020B0604020202020204"/>
                <a:cs typeface="Arial" panose="020B0604020202020204"/>
              </a:defRPr>
            </a:lvl5pPr>
            <a:lvl6pPr algn="l">
              <a:buNone/>
              <a:defRPr sz="1350" b="0">
                <a:solidFill>
                  <a:srgbClr val="4D4D4D"/>
                </a:solidFill>
                <a:latin typeface="Arial" panose="020B0604020202020204"/>
                <a:ea typeface="Arial" panose="020B0604020202020204"/>
                <a:cs typeface="Arial" panose="020B0604020202020204"/>
              </a:defRPr>
            </a:lvl6pPr>
            <a:lvl7pPr algn="l">
              <a:buNone/>
              <a:defRPr sz="1350" b="0">
                <a:solidFill>
                  <a:srgbClr val="4D4D4D"/>
                </a:solidFill>
                <a:latin typeface="Arial" panose="020B0604020202020204"/>
                <a:ea typeface="Arial" panose="020B0604020202020204"/>
                <a:cs typeface="Arial" panose="020B0604020202020204"/>
              </a:defRPr>
            </a:lvl7pPr>
            <a:lvl8pPr algn="l">
              <a:buNone/>
              <a:defRPr sz="1350" b="0">
                <a:solidFill>
                  <a:srgbClr val="4D4D4D"/>
                </a:solidFill>
                <a:latin typeface="Arial" panose="020B0604020202020204"/>
                <a:ea typeface="Arial" panose="020B0604020202020204"/>
                <a:cs typeface="Arial" panose="020B0604020202020204"/>
              </a:defRPr>
            </a:lvl8pPr>
            <a:lvl9pPr algn="l">
              <a:buNone/>
              <a:defRPr sz="1350" b="0">
                <a:solidFill>
                  <a:srgbClr val="4D4D4D"/>
                </a:solidFill>
                <a:latin typeface="Arial" panose="020B0604020202020204"/>
                <a:ea typeface="Arial" panose="020B0604020202020204"/>
                <a:cs typeface="Arial" panose="020B0604020202020204"/>
              </a:defRPr>
            </a:lvl9pPr>
          </a:lstStyle>
          <a:p>
            <a:pPr algn="l">
              <a:buNone/>
              <a:defRPr sz="1350" b="0">
                <a:solidFill>
                  <a:srgbClr val="4D4D4D"/>
                </a:solidFill>
                <a:latin typeface="Arial" panose="020B0604020202020204"/>
                <a:ea typeface="Arial" panose="020B0604020202020204"/>
                <a:cs typeface="Arial" panose="020B0604020202020204"/>
              </a:defRPr>
            </a:pPr>
            <a:r>
              <a:rPr sz="1350" b="0">
                <a:solidFill>
                  <a:srgbClr val="4D4D4D"/>
                </a:solidFill>
                <a:latin typeface="Arial" panose="020B0604020202020204"/>
                <a:ea typeface="Arial" panose="020B0604020202020204"/>
                <a:cs typeface="Arial" panose="020B0604020202020204"/>
              </a:rPr>
              <a:t>X sang phải · Y lên trên · Z ra khỏi màn hình. Trục không đổi khi giao diện xoay.</a:t>
            </a:r>
            <a:endParaRPr sz="1350" b="0">
              <a:solidFill>
                <a:srgbClr val="4D4D4D"/>
              </a:solidFill>
              <a:latin typeface="Arial" panose="020B0604020202020204"/>
              <a:ea typeface="Arial" panose="020B0604020202020204"/>
              <a:cs typeface="Arial" panose="020B0604020202020204"/>
            </a:endParaRPr>
          </a:p>
        </p:txBody>
      </p:sp>
      <p:sp>
        <p:nvSpPr>
          <p:cNvPr id="15" name="Text Box 14"/>
          <p:cNvSpPr>
            <a:spLocks noGrp="1"/>
          </p:cNvSpPr>
          <p:nvPr/>
        </p:nvSpPr>
        <p:spPr>
          <a:xfrm>
            <a:off x="5592445" y="1628775"/>
            <a:ext cx="5410835" cy="1309370"/>
          </a:xfrm>
          <a:prstGeom prst="rect">
            <a:avLst/>
          </a:prstGeom>
        </p:spPr>
        <p:txBody>
          <a:bodyPr wrap="square">
            <a:spAutoFit/>
          </a:bodyPr>
          <a:lstStyle/>
          <a:p>
            <a:pPr marL="0" indent="0">
              <a:lnSpc>
                <a:spcPct val="110000"/>
              </a:lnSpc>
              <a:buNone/>
            </a:pPr>
            <a:r>
              <a:rPr b="0" i="0">
                <a:solidFill>
                  <a:srgbClr val="303030"/>
                </a:solidFill>
                <a:latin typeface="Arial" panose="020B0604020202020204"/>
                <a:ea typeface="Arial" panose="020B0604020202020204"/>
                <a:cs typeface="Arial" panose="020B0604020202020204"/>
              </a:rPr>
              <a:t>H</a:t>
            </a:r>
            <a:r>
              <a:rPr b="0" i="0">
                <a:solidFill>
                  <a:srgbClr val="303030"/>
                </a:solidFill>
                <a:latin typeface="Arial" panose="020B0604020202020204"/>
                <a:ea typeface="Arial" panose="020B0604020202020204"/>
                <a:cs typeface="Arial" panose="020B0604020202020204"/>
              </a:rPr>
              <a:t>ệ thống sử dụng </a:t>
            </a:r>
            <a:r>
              <a:rPr b="1" i="0">
                <a:solidFill>
                  <a:srgbClr val="303030"/>
                </a:solidFill>
                <a:latin typeface="Arial" panose="020B0604020202020204"/>
                <a:ea typeface="Arial" panose="020B0604020202020204"/>
                <a:cs typeface="Arial" panose="020B0604020202020204"/>
              </a:rPr>
              <a:t>hệ tọa độ 3 trục không gian tiêu chuẩn (X, Y, Z)</a:t>
            </a:r>
            <a:r>
              <a:rPr b="0" i="0">
                <a:solidFill>
                  <a:srgbClr val="303030"/>
                </a:solidFill>
                <a:latin typeface="Arial" panose="020B0604020202020204"/>
                <a:ea typeface="Arial" panose="020B0604020202020204"/>
                <a:cs typeface="Arial" panose="020B0604020202020204"/>
              </a:rPr>
              <a:t> được xác định theo màn hình ở </a:t>
            </a:r>
            <a:r>
              <a:rPr b="1" i="0">
                <a:solidFill>
                  <a:srgbClr val="303030"/>
                </a:solidFill>
                <a:latin typeface="Arial" panose="020B0604020202020204"/>
                <a:ea typeface="Arial" panose="020B0604020202020204"/>
                <a:cs typeface="Arial" panose="020B0604020202020204"/>
              </a:rPr>
              <a:t>hướng mặc định/tự nhiên (default/natural orientation)</a:t>
            </a:r>
            <a:r>
              <a:rPr b="0" i="0">
                <a:solidFill>
                  <a:srgbClr val="303030"/>
                </a:solidFill>
                <a:latin typeface="Arial" panose="020B0604020202020204"/>
                <a:ea typeface="Arial" panose="020B0604020202020204"/>
                <a:cs typeface="Arial" panose="020B0604020202020204"/>
              </a:rPr>
              <a:t> của thiết bị</a:t>
            </a:r>
            <a:endParaRPr b="0" i="0">
              <a:solidFill>
                <a:srgbClr val="303030"/>
              </a:solidFill>
              <a:latin typeface="Arial" panose="020B0604020202020204"/>
              <a:ea typeface="Arial" panose="020B0604020202020204"/>
              <a:cs typeface="Arial" panose="020B060402020202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8" name="Rectangle 17"/>
          <p:cNvSpPr>
            <a:spLocks noGrp="1"/>
          </p:cNvSpPr>
          <p:nvPr/>
        </p:nvSpPr>
        <p:spPr>
          <a:xfrm>
            <a:off x="342900" y="152400"/>
            <a:ext cx="11401425" cy="466725"/>
          </a:xfrm>
          <a:prstGeom prst="rect">
            <a:avLst/>
          </a:prstGeom>
          <a:noFill/>
          <a:ln w="0">
            <a:noFill/>
            <a:prstDash val="solid"/>
          </a:ln>
        </p:spPr>
        <p:txBody>
          <a:bodyPr anchor="ctr"/>
          <a:lstStyle>
            <a:defPPr algn="l">
              <a:defRPr sz="2175" b="1">
                <a:solidFill>
                  <a:srgbClr val="111111"/>
                </a:solidFill>
                <a:latin typeface="Arial" panose="020B0604020202020204"/>
                <a:ea typeface="Arial" panose="020B0604020202020204"/>
                <a:cs typeface="Arial" panose="020B0604020202020204"/>
              </a:defRPr>
            </a:defPPr>
            <a:lvl1pPr algn="l">
              <a:buNone/>
              <a:defRPr sz="2175" b="1">
                <a:solidFill>
                  <a:srgbClr val="111111"/>
                </a:solidFill>
                <a:latin typeface="Arial" panose="020B0604020202020204"/>
                <a:ea typeface="Arial" panose="020B0604020202020204"/>
                <a:cs typeface="Arial" panose="020B0604020202020204"/>
              </a:defRPr>
            </a:lvl1pPr>
            <a:lvl2pPr algn="l">
              <a:buNone/>
              <a:defRPr sz="2175" b="1">
                <a:solidFill>
                  <a:srgbClr val="111111"/>
                </a:solidFill>
                <a:latin typeface="Arial" panose="020B0604020202020204"/>
                <a:ea typeface="Arial" panose="020B0604020202020204"/>
                <a:cs typeface="Arial" panose="020B0604020202020204"/>
              </a:defRPr>
            </a:lvl2pPr>
            <a:lvl3pPr algn="l">
              <a:buNone/>
              <a:defRPr sz="2175" b="1">
                <a:solidFill>
                  <a:srgbClr val="111111"/>
                </a:solidFill>
                <a:latin typeface="Arial" panose="020B0604020202020204"/>
                <a:ea typeface="Arial" panose="020B0604020202020204"/>
                <a:cs typeface="Arial" panose="020B0604020202020204"/>
              </a:defRPr>
            </a:lvl3pPr>
            <a:lvl4pPr algn="l">
              <a:buNone/>
              <a:defRPr sz="2175" b="1">
                <a:solidFill>
                  <a:srgbClr val="111111"/>
                </a:solidFill>
                <a:latin typeface="Arial" panose="020B0604020202020204"/>
                <a:ea typeface="Arial" panose="020B0604020202020204"/>
                <a:cs typeface="Arial" panose="020B0604020202020204"/>
              </a:defRPr>
            </a:lvl4pPr>
            <a:lvl5pPr algn="l">
              <a:buNone/>
              <a:defRPr sz="2175" b="1">
                <a:solidFill>
                  <a:srgbClr val="111111"/>
                </a:solidFill>
                <a:latin typeface="Arial" panose="020B0604020202020204"/>
                <a:ea typeface="Arial" panose="020B0604020202020204"/>
                <a:cs typeface="Arial" panose="020B0604020202020204"/>
              </a:defRPr>
            </a:lvl5pPr>
            <a:lvl6pPr algn="l">
              <a:buNone/>
              <a:defRPr sz="2175" b="1">
                <a:solidFill>
                  <a:srgbClr val="111111"/>
                </a:solidFill>
                <a:latin typeface="Arial" panose="020B0604020202020204"/>
                <a:ea typeface="Arial" panose="020B0604020202020204"/>
                <a:cs typeface="Arial" panose="020B0604020202020204"/>
              </a:defRPr>
            </a:lvl6pPr>
            <a:lvl7pPr algn="l">
              <a:buNone/>
              <a:defRPr sz="2175" b="1">
                <a:solidFill>
                  <a:srgbClr val="111111"/>
                </a:solidFill>
                <a:latin typeface="Arial" panose="020B0604020202020204"/>
                <a:ea typeface="Arial" panose="020B0604020202020204"/>
                <a:cs typeface="Arial" panose="020B0604020202020204"/>
              </a:defRPr>
            </a:lvl7pPr>
            <a:lvl8pPr algn="l">
              <a:buNone/>
              <a:defRPr sz="2175" b="1">
                <a:solidFill>
                  <a:srgbClr val="111111"/>
                </a:solidFill>
                <a:latin typeface="Arial" panose="020B0604020202020204"/>
                <a:ea typeface="Arial" panose="020B0604020202020204"/>
                <a:cs typeface="Arial" panose="020B0604020202020204"/>
              </a:defRPr>
            </a:lvl8pPr>
            <a:lvl9pPr algn="l">
              <a:buNone/>
              <a:defRPr sz="2175" b="1">
                <a:solidFill>
                  <a:srgbClr val="111111"/>
                </a:solidFill>
                <a:latin typeface="Arial" panose="020B0604020202020204"/>
                <a:ea typeface="Arial" panose="020B0604020202020204"/>
                <a:cs typeface="Arial" panose="020B0604020202020204"/>
              </a:defRPr>
            </a:lvl9pPr>
          </a:lstStyle>
          <a:p>
            <a:pPr algn="l">
              <a:buNone/>
              <a:defRPr sz="2175" b="1">
                <a:solidFill>
                  <a:srgbClr val="111111"/>
                </a:solidFill>
                <a:latin typeface="Arial" panose="020B0604020202020204"/>
                <a:ea typeface="Arial" panose="020B0604020202020204"/>
                <a:cs typeface="Arial" panose="020B0604020202020204"/>
              </a:defRPr>
            </a:pPr>
            <a:r>
              <a:rPr sz="2175" b="1">
                <a:solidFill>
                  <a:srgbClr val="111111"/>
                </a:solidFill>
                <a:latin typeface="Arial" panose="020B0604020202020204"/>
                <a:ea typeface="Arial" panose="020B0604020202020204"/>
                <a:cs typeface="Arial" panose="020B0604020202020204"/>
              </a:rPr>
              <a:t>4. Các cảm biến chuyển động trong Android</a:t>
            </a:r>
            <a:endParaRPr sz="2175" b="1">
              <a:solidFill>
                <a:srgbClr val="111111"/>
              </a:solidFill>
              <a:latin typeface="Arial" panose="020B0604020202020204"/>
              <a:ea typeface="Arial" panose="020B0604020202020204"/>
              <a:cs typeface="Arial" panose="020B0604020202020204"/>
            </a:endParaRPr>
          </a:p>
        </p:txBody>
      </p:sp>
      <p:sp>
        <p:nvSpPr>
          <p:cNvPr id="2" name="Rectangle 1"/>
          <p:cNvSpPr>
            <a:spLocks noGrp="1"/>
          </p:cNvSpPr>
          <p:nvPr/>
        </p:nvSpPr>
        <p:spPr>
          <a:xfrm>
            <a:off x="0" y="666750"/>
            <a:ext cx="12192000" cy="95250"/>
          </a:xfrm>
          <a:prstGeom prst="rect">
            <a:avLst/>
          </a:prstGeom>
          <a:solidFill>
            <a:srgbClr val="4E8DF6"/>
          </a:solidFill>
          <a:ln w="9525">
            <a:solidFill>
              <a:srgbClr val="4E8DF6"/>
            </a:solidFill>
            <a:prstDash val="solid"/>
          </a:ln>
        </p:spPr>
      </p:sp>
      <p:graphicFrame>
        <p:nvGraphicFramePr>
          <p:cNvPr id="19" name="Table 18"/>
          <p:cNvGraphicFramePr/>
          <p:nvPr/>
        </p:nvGraphicFramePr>
        <p:xfrm>
          <a:off x="523875" y="1238250"/>
          <a:ext cx="11144250" cy="4762500"/>
        </p:xfrm>
        <a:graphic>
          <a:graphicData uri="http://schemas.openxmlformats.org/drawingml/2006/table">
            <a:tbl>
              <a:tblPr/>
              <a:tblGrid>
                <a:gridCol w="2190750"/>
                <a:gridCol w="2238375"/>
                <a:gridCol w="2571750"/>
                <a:gridCol w="1095375"/>
                <a:gridCol w="3048000"/>
              </a:tblGrid>
              <a:tr h="793750">
                <a:tc>
                  <a:txBody>
                    <a:bodyPr/>
                    <a:lstStyle/>
                    <a:p>
                      <a:r>
                        <a:rPr sz="1350" b="1">
                          <a:solidFill>
                            <a:srgbClr val="FFFFFF"/>
                          </a:solidFill>
                          <a:latin typeface="Arial" panose="020B0604020202020204"/>
                          <a:ea typeface="Arial" panose="020B0604020202020204"/>
                          <a:cs typeface="Arial" panose="020B0604020202020204"/>
                        </a:rPr>
                        <a:t>Cảm biến</a:t>
                      </a:r>
                      <a:endParaRPr sz="1350" b="1">
                        <a:solidFill>
                          <a:srgbClr val="FFFFFF"/>
                        </a:solidFill>
                        <a:latin typeface="Arial" panose="020B0604020202020204"/>
                        <a:ea typeface="Arial" panose="020B0604020202020204"/>
                        <a:cs typeface="Arial" panose="020B0604020202020204"/>
                      </a:endParaRPr>
                    </a:p>
                  </a:txBody>
                  <a:tcPr>
                    <a:lnL w="9525">
                      <a:solidFill>
                        <a:srgbClr val="D2D7DF"/>
                      </a:solidFill>
                      <a:prstDash val="solid"/>
                    </a:lnL>
                    <a:lnR w="9525">
                      <a:solidFill>
                        <a:srgbClr val="D2D7DF"/>
                      </a:solidFill>
                      <a:prstDash val="solid"/>
                    </a:lnR>
                    <a:lnT w="9525">
                      <a:solidFill>
                        <a:srgbClr val="D2D7DF"/>
                      </a:solidFill>
                      <a:prstDash val="solid"/>
                    </a:lnT>
                    <a:lnB w="9525">
                      <a:solidFill>
                        <a:srgbClr val="D2D7DF"/>
                      </a:solidFill>
                      <a:prstDash val="solid"/>
                    </a:lnB>
                    <a:solidFill>
                      <a:srgbClr val="4E8DF6"/>
                    </a:solidFill>
                  </a:tcPr>
                </a:tc>
                <a:tc>
                  <a:txBody>
                    <a:bodyPr/>
                    <a:lstStyle/>
                    <a:p>
                      <a:r>
                        <a:rPr sz="1350" b="1">
                          <a:solidFill>
                            <a:srgbClr val="FFFFFF"/>
                          </a:solidFill>
                          <a:latin typeface="Arial" panose="020B0604020202020204"/>
                          <a:ea typeface="Arial" panose="020B0604020202020204"/>
                          <a:cs typeface="Arial" panose="020B0604020202020204"/>
                        </a:rPr>
                        <a:t>Loại</a:t>
                      </a:r>
                      <a:endParaRPr sz="1350" b="1">
                        <a:solidFill>
                          <a:srgbClr val="FFFFFF"/>
                        </a:solidFill>
                        <a:latin typeface="Arial" panose="020B0604020202020204"/>
                        <a:ea typeface="Arial" panose="020B0604020202020204"/>
                        <a:cs typeface="Arial" panose="020B0604020202020204"/>
                      </a:endParaRPr>
                    </a:p>
                  </a:txBody>
                  <a:tcPr>
                    <a:lnR w="9525">
                      <a:solidFill>
                        <a:srgbClr val="D2D7DF"/>
                      </a:solidFill>
                      <a:prstDash val="solid"/>
                    </a:lnR>
                    <a:lnT w="9525">
                      <a:solidFill>
                        <a:srgbClr val="D2D7DF"/>
                      </a:solidFill>
                      <a:prstDash val="solid"/>
                    </a:lnT>
                    <a:lnB w="9525">
                      <a:solidFill>
                        <a:srgbClr val="D2D7DF"/>
                      </a:solidFill>
                      <a:prstDash val="solid"/>
                    </a:lnB>
                    <a:solidFill>
                      <a:srgbClr val="4E8DF6"/>
                    </a:solidFill>
                  </a:tcPr>
                </a:tc>
                <a:tc>
                  <a:txBody>
                    <a:bodyPr/>
                    <a:lstStyle/>
                    <a:p>
                      <a:r>
                        <a:rPr sz="1350" b="1">
                          <a:solidFill>
                            <a:srgbClr val="FFFFFF"/>
                          </a:solidFill>
                          <a:latin typeface="Arial" panose="020B0604020202020204"/>
                          <a:ea typeface="Arial" panose="020B0604020202020204"/>
                          <a:cs typeface="Arial" panose="020B0604020202020204"/>
                        </a:rPr>
                        <a:t>Dữ liệu trả về</a:t>
                      </a:r>
                      <a:endParaRPr sz="1350" b="1">
                        <a:solidFill>
                          <a:srgbClr val="FFFFFF"/>
                        </a:solidFill>
                        <a:latin typeface="Arial" panose="020B0604020202020204"/>
                        <a:ea typeface="Arial" panose="020B0604020202020204"/>
                        <a:cs typeface="Arial" panose="020B0604020202020204"/>
                      </a:endParaRPr>
                    </a:p>
                  </a:txBody>
                  <a:tcPr>
                    <a:lnR w="9525">
                      <a:solidFill>
                        <a:srgbClr val="D2D7DF"/>
                      </a:solidFill>
                      <a:prstDash val="solid"/>
                    </a:lnR>
                    <a:lnT w="9525">
                      <a:solidFill>
                        <a:srgbClr val="D2D7DF"/>
                      </a:solidFill>
                      <a:prstDash val="solid"/>
                    </a:lnT>
                    <a:lnB w="9525">
                      <a:solidFill>
                        <a:srgbClr val="D2D7DF"/>
                      </a:solidFill>
                      <a:prstDash val="solid"/>
                    </a:lnB>
                    <a:solidFill>
                      <a:srgbClr val="4E8DF6"/>
                    </a:solidFill>
                  </a:tcPr>
                </a:tc>
                <a:tc>
                  <a:txBody>
                    <a:bodyPr/>
                    <a:lstStyle/>
                    <a:p>
                      <a:r>
                        <a:rPr sz="1350" b="1">
                          <a:solidFill>
                            <a:srgbClr val="FFFFFF"/>
                          </a:solidFill>
                          <a:latin typeface="Arial" panose="020B0604020202020204"/>
                          <a:ea typeface="Arial" panose="020B0604020202020204"/>
                          <a:cs typeface="Arial" panose="020B0604020202020204"/>
                        </a:rPr>
                        <a:t>Đơn vị</a:t>
                      </a:r>
                      <a:endParaRPr sz="1350" b="1">
                        <a:solidFill>
                          <a:srgbClr val="FFFFFF"/>
                        </a:solidFill>
                        <a:latin typeface="Arial" panose="020B0604020202020204"/>
                        <a:ea typeface="Arial" panose="020B0604020202020204"/>
                        <a:cs typeface="Arial" panose="020B0604020202020204"/>
                      </a:endParaRPr>
                    </a:p>
                  </a:txBody>
                  <a:tcPr>
                    <a:lnR w="9525">
                      <a:solidFill>
                        <a:srgbClr val="D2D7DF"/>
                      </a:solidFill>
                      <a:prstDash val="solid"/>
                    </a:lnR>
                    <a:lnT w="9525">
                      <a:solidFill>
                        <a:srgbClr val="D2D7DF"/>
                      </a:solidFill>
                      <a:prstDash val="solid"/>
                    </a:lnT>
                    <a:lnB w="9525">
                      <a:solidFill>
                        <a:srgbClr val="D2D7DF"/>
                      </a:solidFill>
                      <a:prstDash val="solid"/>
                    </a:lnB>
                    <a:solidFill>
                      <a:srgbClr val="4E8DF6"/>
                    </a:solidFill>
                  </a:tcPr>
                </a:tc>
                <a:tc>
                  <a:txBody>
                    <a:bodyPr/>
                    <a:lstStyle/>
                    <a:p>
                      <a:r>
                        <a:rPr sz="1350" b="1">
                          <a:solidFill>
                            <a:srgbClr val="FFFFFF"/>
                          </a:solidFill>
                          <a:latin typeface="Arial" panose="020B0604020202020204"/>
                          <a:ea typeface="Arial" panose="020B0604020202020204"/>
                          <a:cs typeface="Arial" panose="020B0604020202020204"/>
                        </a:rPr>
                        <a:t>Dùng trong app / ví dụ</a:t>
                      </a:r>
                      <a:endParaRPr sz="1350" b="1">
                        <a:solidFill>
                          <a:srgbClr val="FFFFFF"/>
                        </a:solidFill>
                        <a:latin typeface="Arial" panose="020B0604020202020204"/>
                        <a:ea typeface="Arial" panose="020B0604020202020204"/>
                        <a:cs typeface="Arial" panose="020B0604020202020204"/>
                      </a:endParaRPr>
                    </a:p>
                  </a:txBody>
                  <a:tcPr>
                    <a:lnR w="9525">
                      <a:solidFill>
                        <a:srgbClr val="D2D7DF"/>
                      </a:solidFill>
                      <a:prstDash val="solid"/>
                    </a:lnR>
                    <a:lnT w="9525">
                      <a:solidFill>
                        <a:srgbClr val="D2D7DF"/>
                      </a:solidFill>
                      <a:prstDash val="solid"/>
                    </a:lnT>
                    <a:lnB w="9525">
                      <a:solidFill>
                        <a:srgbClr val="D2D7DF"/>
                      </a:solidFill>
                      <a:prstDash val="solid"/>
                    </a:lnB>
                    <a:solidFill>
                      <a:srgbClr val="4E8DF6"/>
                    </a:solidFill>
                  </a:tcPr>
                </a:tc>
              </a:tr>
              <a:tr h="793750">
                <a:tc>
                  <a:txBody>
                    <a:bodyPr/>
                    <a:lstStyle/>
                    <a:p>
                      <a:r>
                        <a:rPr sz="1275">
                          <a:solidFill>
                            <a:srgbClr val="222222"/>
                          </a:solidFill>
                          <a:latin typeface="Arial" panose="020B0604020202020204"/>
                          <a:ea typeface="Arial" panose="020B0604020202020204"/>
                          <a:cs typeface="Arial" panose="020B0604020202020204"/>
                        </a:rPr>
                        <a:t>Accelerometer</a:t>
                      </a:r>
                      <a:endParaRPr sz="1275">
                        <a:solidFill>
                          <a:srgbClr val="222222"/>
                        </a:solidFill>
                        <a:latin typeface="Arial" panose="020B0604020202020204"/>
                        <a:ea typeface="Arial" panose="020B0604020202020204"/>
                        <a:cs typeface="Arial" panose="020B0604020202020204"/>
                      </a:endParaRPr>
                    </a:p>
                  </a:txBody>
                  <a:tcPr>
                    <a:lnL w="9525">
                      <a:solidFill>
                        <a:srgbClr val="D2D7DF"/>
                      </a:solidFill>
                      <a:prstDash val="solid"/>
                    </a:lnL>
                    <a:lnR w="9525">
                      <a:solidFill>
                        <a:srgbClr val="D2D7DF"/>
                      </a:solidFill>
                      <a:prstDash val="solid"/>
                    </a:lnR>
                    <a:lnB w="9525">
                      <a:solidFill>
                        <a:srgbClr val="D2D7DF"/>
                      </a:solidFill>
                      <a:prstDash val="solid"/>
                    </a:lnB>
                    <a:solidFill>
                      <a:srgbClr val="FFFFFF"/>
                    </a:solidFill>
                  </a:tcPr>
                </a:tc>
                <a:tc>
                  <a:txBody>
                    <a:bodyPr/>
                    <a:lstStyle/>
                    <a:p>
                      <a:r>
                        <a:rPr sz="1275">
                          <a:solidFill>
                            <a:srgbClr val="222222"/>
                          </a:solidFill>
                          <a:latin typeface="Arial" panose="020B0604020202020204"/>
                          <a:ea typeface="Arial" panose="020B0604020202020204"/>
                          <a:cs typeface="Arial" panose="020B0604020202020204"/>
                        </a:rPr>
                        <a:t>Phần cứng</a:t>
                      </a:r>
                      <a:endParaRPr sz="1275">
                        <a:solidFill>
                          <a:srgbClr val="222222"/>
                        </a:solidFill>
                        <a:latin typeface="Arial" panose="020B0604020202020204"/>
                        <a:ea typeface="Arial" panose="020B0604020202020204"/>
                        <a:cs typeface="Arial" panose="020B0604020202020204"/>
                      </a:endParaRPr>
                    </a:p>
                  </a:txBody>
                  <a:tcPr>
                    <a:lnR w="9525">
                      <a:solidFill>
                        <a:srgbClr val="D2D7DF"/>
                      </a:solidFill>
                      <a:prstDash val="solid"/>
                    </a:lnR>
                    <a:lnB w="9525">
                      <a:solidFill>
                        <a:srgbClr val="D2D7DF"/>
                      </a:solidFill>
                      <a:prstDash val="solid"/>
                    </a:lnB>
                    <a:solidFill>
                      <a:srgbClr val="FFFFFF"/>
                    </a:solidFill>
                  </a:tcPr>
                </a:tc>
                <a:tc>
                  <a:txBody>
                    <a:bodyPr/>
                    <a:lstStyle/>
                    <a:p>
                      <a:r>
                        <a:rPr sz="1275">
                          <a:solidFill>
                            <a:srgbClr val="222222"/>
                          </a:solidFill>
                          <a:latin typeface="Arial" panose="020B0604020202020204"/>
                          <a:ea typeface="Arial" panose="020B0604020202020204"/>
                          <a:cs typeface="Arial" panose="020B0604020202020204"/>
                        </a:rPr>
                        <a:t>Gia tốc theo X, Y, Z</a:t>
                      </a:r>
                      <a:endParaRPr sz="1275">
                        <a:solidFill>
                          <a:srgbClr val="222222"/>
                        </a:solidFill>
                        <a:latin typeface="Arial" panose="020B0604020202020204"/>
                        <a:ea typeface="Arial" panose="020B0604020202020204"/>
                        <a:cs typeface="Arial" panose="020B0604020202020204"/>
                      </a:endParaRPr>
                    </a:p>
                    <a:p>
                      <a:r>
                        <a:rPr sz="1275">
                          <a:solidFill>
                            <a:srgbClr val="222222"/>
                          </a:solidFill>
                          <a:latin typeface="Arial" panose="020B0604020202020204"/>
                          <a:ea typeface="Arial" panose="020B0604020202020204"/>
                          <a:cs typeface="Arial" panose="020B0604020202020204"/>
                        </a:rPr>
                        <a:t>(gồm trọng lực)</a:t>
                      </a:r>
                      <a:endParaRPr sz="1275">
                        <a:solidFill>
                          <a:srgbClr val="222222"/>
                        </a:solidFill>
                        <a:latin typeface="Arial" panose="020B0604020202020204"/>
                        <a:ea typeface="Arial" panose="020B0604020202020204"/>
                        <a:cs typeface="Arial" panose="020B0604020202020204"/>
                      </a:endParaRPr>
                    </a:p>
                  </a:txBody>
                  <a:tcPr>
                    <a:lnR w="9525">
                      <a:solidFill>
                        <a:srgbClr val="D2D7DF"/>
                      </a:solidFill>
                      <a:prstDash val="solid"/>
                    </a:lnR>
                    <a:lnB w="9525">
                      <a:solidFill>
                        <a:srgbClr val="D2D7DF"/>
                      </a:solidFill>
                      <a:prstDash val="solid"/>
                    </a:lnB>
                    <a:solidFill>
                      <a:srgbClr val="FFFFFF"/>
                    </a:solidFill>
                  </a:tcPr>
                </a:tc>
                <a:tc>
                  <a:txBody>
                    <a:bodyPr/>
                    <a:lstStyle/>
                    <a:p>
                      <a:r>
                        <a:rPr sz="1275">
                          <a:solidFill>
                            <a:srgbClr val="222222"/>
                          </a:solidFill>
                          <a:latin typeface="Arial" panose="020B0604020202020204"/>
                          <a:ea typeface="Arial" panose="020B0604020202020204"/>
                          <a:cs typeface="Arial" panose="020B0604020202020204"/>
                        </a:rPr>
                        <a:t>m/s²</a:t>
                      </a:r>
                      <a:endParaRPr sz="1275">
                        <a:solidFill>
                          <a:srgbClr val="222222"/>
                        </a:solidFill>
                        <a:latin typeface="Arial" panose="020B0604020202020204"/>
                        <a:ea typeface="Arial" panose="020B0604020202020204"/>
                        <a:cs typeface="Arial" panose="020B0604020202020204"/>
                      </a:endParaRPr>
                    </a:p>
                  </a:txBody>
                  <a:tcPr>
                    <a:lnR w="9525">
                      <a:solidFill>
                        <a:srgbClr val="D2D7DF"/>
                      </a:solidFill>
                      <a:prstDash val="solid"/>
                    </a:lnR>
                    <a:lnB w="9525">
                      <a:solidFill>
                        <a:srgbClr val="D2D7DF"/>
                      </a:solidFill>
                      <a:prstDash val="solid"/>
                    </a:lnB>
                    <a:solidFill>
                      <a:srgbClr val="FFFFFF"/>
                    </a:solidFill>
                  </a:tcPr>
                </a:tc>
                <a:tc>
                  <a:txBody>
                    <a:bodyPr/>
                    <a:lstStyle/>
                    <a:p>
                      <a:r>
                        <a:rPr sz="1275">
                          <a:solidFill>
                            <a:srgbClr val="222222"/>
                          </a:solidFill>
                          <a:latin typeface="Arial" panose="020B0604020202020204"/>
                          <a:ea typeface="Arial" panose="020B0604020202020204"/>
                          <a:cs typeface="Arial" panose="020B0604020202020204"/>
                        </a:rPr>
                        <a:t>Nhận diện lắc, tung xúc xắc</a:t>
                      </a:r>
                      <a:endParaRPr sz="1275">
                        <a:solidFill>
                          <a:srgbClr val="222222"/>
                        </a:solidFill>
                        <a:latin typeface="Arial" panose="020B0604020202020204"/>
                        <a:ea typeface="Arial" panose="020B0604020202020204"/>
                        <a:cs typeface="Arial" panose="020B0604020202020204"/>
                      </a:endParaRPr>
                    </a:p>
                  </a:txBody>
                  <a:tcPr>
                    <a:lnR w="9525">
                      <a:solidFill>
                        <a:srgbClr val="D2D7DF"/>
                      </a:solidFill>
                      <a:prstDash val="solid"/>
                    </a:lnR>
                    <a:lnB w="9525">
                      <a:solidFill>
                        <a:srgbClr val="D2D7DF"/>
                      </a:solidFill>
                      <a:prstDash val="solid"/>
                    </a:lnB>
                    <a:solidFill>
                      <a:srgbClr val="FFFFFF"/>
                    </a:solidFill>
                  </a:tcPr>
                </a:tc>
              </a:tr>
              <a:tr h="793750">
                <a:tc>
                  <a:txBody>
                    <a:bodyPr/>
                    <a:lstStyle/>
                    <a:p>
                      <a:r>
                        <a:rPr sz="1275">
                          <a:solidFill>
                            <a:srgbClr val="222222"/>
                          </a:solidFill>
                          <a:latin typeface="Arial" panose="020B0604020202020204"/>
                          <a:ea typeface="Arial" panose="020B0604020202020204"/>
                          <a:cs typeface="Arial" panose="020B0604020202020204"/>
                        </a:rPr>
                        <a:t>Gyroscope</a:t>
                      </a:r>
                      <a:endParaRPr sz="1275">
                        <a:solidFill>
                          <a:srgbClr val="222222"/>
                        </a:solidFill>
                        <a:latin typeface="Arial" panose="020B0604020202020204"/>
                        <a:ea typeface="Arial" panose="020B0604020202020204"/>
                        <a:cs typeface="Arial" panose="020B0604020202020204"/>
                      </a:endParaRPr>
                    </a:p>
                  </a:txBody>
                  <a:tcPr>
                    <a:lnL w="9525">
                      <a:solidFill>
                        <a:srgbClr val="D2D7DF"/>
                      </a:solidFill>
                      <a:prstDash val="solid"/>
                    </a:lnL>
                    <a:lnR w="9525">
                      <a:solidFill>
                        <a:srgbClr val="D2D7DF"/>
                      </a:solidFill>
                      <a:prstDash val="solid"/>
                    </a:lnR>
                    <a:lnB w="9525">
                      <a:solidFill>
                        <a:srgbClr val="D2D7DF"/>
                      </a:solidFill>
                      <a:prstDash val="solid"/>
                    </a:lnB>
                    <a:solidFill>
                      <a:srgbClr val="F3F7FF"/>
                    </a:solidFill>
                  </a:tcPr>
                </a:tc>
                <a:tc>
                  <a:txBody>
                    <a:bodyPr/>
                    <a:lstStyle/>
                    <a:p>
                      <a:r>
                        <a:rPr sz="1275">
                          <a:solidFill>
                            <a:srgbClr val="222222"/>
                          </a:solidFill>
                          <a:latin typeface="Arial" panose="020B0604020202020204"/>
                          <a:ea typeface="Arial" panose="020B0604020202020204"/>
                          <a:cs typeface="Arial" panose="020B0604020202020204"/>
                        </a:rPr>
                        <a:t>Phần cứng</a:t>
                      </a:r>
                      <a:endParaRPr sz="1275">
                        <a:solidFill>
                          <a:srgbClr val="222222"/>
                        </a:solidFill>
                        <a:latin typeface="Arial" panose="020B0604020202020204"/>
                        <a:ea typeface="Arial" panose="020B0604020202020204"/>
                        <a:cs typeface="Arial" panose="020B0604020202020204"/>
                      </a:endParaRPr>
                    </a:p>
                  </a:txBody>
                  <a:tcPr>
                    <a:lnR w="9525">
                      <a:solidFill>
                        <a:srgbClr val="D2D7DF"/>
                      </a:solidFill>
                      <a:prstDash val="solid"/>
                    </a:lnR>
                    <a:lnB w="9525">
                      <a:solidFill>
                        <a:srgbClr val="D2D7DF"/>
                      </a:solidFill>
                      <a:prstDash val="solid"/>
                    </a:lnB>
                    <a:solidFill>
                      <a:srgbClr val="F3F7FF"/>
                    </a:solidFill>
                  </a:tcPr>
                </a:tc>
                <a:tc>
                  <a:txBody>
                    <a:bodyPr/>
                    <a:lstStyle/>
                    <a:p>
                      <a:r>
                        <a:rPr sz="1275">
                          <a:solidFill>
                            <a:srgbClr val="222222"/>
                          </a:solidFill>
                          <a:latin typeface="Arial" panose="020B0604020202020204"/>
                          <a:ea typeface="Arial" panose="020B0604020202020204"/>
                          <a:cs typeface="Arial" panose="020B0604020202020204"/>
                        </a:rPr>
                        <a:t>Vận tốc góc theo X, Y, Z</a:t>
                      </a:r>
                      <a:endParaRPr sz="1275">
                        <a:solidFill>
                          <a:srgbClr val="222222"/>
                        </a:solidFill>
                        <a:latin typeface="Arial" panose="020B0604020202020204"/>
                        <a:ea typeface="Arial" panose="020B0604020202020204"/>
                        <a:cs typeface="Arial" panose="020B0604020202020204"/>
                      </a:endParaRPr>
                    </a:p>
                  </a:txBody>
                  <a:tcPr>
                    <a:lnR w="9525">
                      <a:solidFill>
                        <a:srgbClr val="D2D7DF"/>
                      </a:solidFill>
                      <a:prstDash val="solid"/>
                    </a:lnR>
                    <a:lnB w="9525">
                      <a:solidFill>
                        <a:srgbClr val="D2D7DF"/>
                      </a:solidFill>
                      <a:prstDash val="solid"/>
                    </a:lnB>
                    <a:solidFill>
                      <a:srgbClr val="F3F7FF"/>
                    </a:solidFill>
                  </a:tcPr>
                </a:tc>
                <a:tc>
                  <a:txBody>
                    <a:bodyPr/>
                    <a:lstStyle/>
                    <a:p>
                      <a:r>
                        <a:rPr sz="1275">
                          <a:solidFill>
                            <a:srgbClr val="222222"/>
                          </a:solidFill>
                          <a:latin typeface="Arial" panose="020B0604020202020204"/>
                          <a:ea typeface="Arial" panose="020B0604020202020204"/>
                          <a:cs typeface="Arial" panose="020B0604020202020204"/>
                        </a:rPr>
                        <a:t>rad/s</a:t>
                      </a:r>
                      <a:endParaRPr sz="1275">
                        <a:solidFill>
                          <a:srgbClr val="222222"/>
                        </a:solidFill>
                        <a:latin typeface="Arial" panose="020B0604020202020204"/>
                        <a:ea typeface="Arial" panose="020B0604020202020204"/>
                        <a:cs typeface="Arial" panose="020B0604020202020204"/>
                      </a:endParaRPr>
                    </a:p>
                  </a:txBody>
                  <a:tcPr>
                    <a:lnR w="9525">
                      <a:solidFill>
                        <a:srgbClr val="D2D7DF"/>
                      </a:solidFill>
                      <a:prstDash val="solid"/>
                    </a:lnR>
                    <a:lnB w="9525">
                      <a:solidFill>
                        <a:srgbClr val="D2D7DF"/>
                      </a:solidFill>
                      <a:prstDash val="solid"/>
                    </a:lnB>
                    <a:solidFill>
                      <a:srgbClr val="F3F7FF"/>
                    </a:solidFill>
                  </a:tcPr>
                </a:tc>
                <a:tc>
                  <a:txBody>
                    <a:bodyPr/>
                    <a:lstStyle/>
                    <a:p>
                      <a:r>
                        <a:rPr sz="1275">
                          <a:solidFill>
                            <a:srgbClr val="222222"/>
                          </a:solidFill>
                          <a:latin typeface="Arial" panose="020B0604020202020204"/>
                          <a:ea typeface="Arial" panose="020B0604020202020204"/>
                          <a:cs typeface="Arial" panose="020B0604020202020204"/>
                        </a:rPr>
                        <a:t>Xoay tâm ngắm bắn vịt</a:t>
                      </a:r>
                      <a:endParaRPr sz="1275">
                        <a:solidFill>
                          <a:srgbClr val="222222"/>
                        </a:solidFill>
                        <a:latin typeface="Arial" panose="020B0604020202020204"/>
                        <a:ea typeface="Arial" panose="020B0604020202020204"/>
                        <a:cs typeface="Arial" panose="020B0604020202020204"/>
                      </a:endParaRPr>
                    </a:p>
                  </a:txBody>
                  <a:tcPr>
                    <a:lnR w="9525">
                      <a:solidFill>
                        <a:srgbClr val="D2D7DF"/>
                      </a:solidFill>
                      <a:prstDash val="solid"/>
                    </a:lnR>
                    <a:lnB w="9525">
                      <a:solidFill>
                        <a:srgbClr val="D2D7DF"/>
                      </a:solidFill>
                      <a:prstDash val="solid"/>
                    </a:lnB>
                    <a:solidFill>
                      <a:srgbClr val="F3F7FF"/>
                    </a:solidFill>
                  </a:tcPr>
                </a:tc>
              </a:tr>
              <a:tr h="793750">
                <a:tc>
                  <a:txBody>
                    <a:bodyPr/>
                    <a:lstStyle/>
                    <a:p>
                      <a:r>
                        <a:rPr sz="1275">
                          <a:solidFill>
                            <a:srgbClr val="222222"/>
                          </a:solidFill>
                          <a:latin typeface="Arial" panose="020B0604020202020204"/>
                          <a:ea typeface="Arial" panose="020B0604020202020204"/>
                          <a:cs typeface="Arial" panose="020B0604020202020204"/>
                        </a:rPr>
                        <a:t>Gravity</a:t>
                      </a:r>
                      <a:endParaRPr sz="1275">
                        <a:solidFill>
                          <a:srgbClr val="222222"/>
                        </a:solidFill>
                        <a:latin typeface="Arial" panose="020B0604020202020204"/>
                        <a:ea typeface="Arial" panose="020B0604020202020204"/>
                        <a:cs typeface="Arial" panose="020B0604020202020204"/>
                      </a:endParaRPr>
                    </a:p>
                  </a:txBody>
                  <a:tcPr>
                    <a:lnL w="9525">
                      <a:solidFill>
                        <a:srgbClr val="D2D7DF"/>
                      </a:solidFill>
                      <a:prstDash val="solid"/>
                    </a:lnL>
                    <a:lnR w="9525">
                      <a:solidFill>
                        <a:srgbClr val="D2D7DF"/>
                      </a:solidFill>
                      <a:prstDash val="solid"/>
                    </a:lnR>
                    <a:lnB w="9525">
                      <a:solidFill>
                        <a:srgbClr val="D2D7DF"/>
                      </a:solidFill>
                      <a:prstDash val="solid"/>
                    </a:lnB>
                    <a:solidFill>
                      <a:srgbClr val="FFFFFF"/>
                    </a:solidFill>
                  </a:tcPr>
                </a:tc>
                <a:tc>
                  <a:txBody>
                    <a:bodyPr/>
                    <a:lstStyle/>
                    <a:p>
                      <a:r>
                        <a:rPr sz="1275">
                          <a:solidFill>
                            <a:srgbClr val="222222"/>
                          </a:solidFill>
                          <a:latin typeface="Arial" panose="020B0604020202020204"/>
                          <a:ea typeface="Arial" panose="020B0604020202020204"/>
                          <a:cs typeface="Arial" panose="020B0604020202020204"/>
                        </a:rPr>
                        <a:t>Phần cứng hoặc tổng hợp</a:t>
                      </a:r>
                      <a:endParaRPr sz="1275">
                        <a:solidFill>
                          <a:srgbClr val="222222"/>
                        </a:solidFill>
                        <a:latin typeface="Arial" panose="020B0604020202020204"/>
                        <a:ea typeface="Arial" panose="020B0604020202020204"/>
                        <a:cs typeface="Arial" panose="020B0604020202020204"/>
                      </a:endParaRPr>
                    </a:p>
                  </a:txBody>
                  <a:tcPr>
                    <a:lnR w="9525">
                      <a:solidFill>
                        <a:srgbClr val="D2D7DF"/>
                      </a:solidFill>
                      <a:prstDash val="solid"/>
                    </a:lnR>
                    <a:lnB w="9525">
                      <a:solidFill>
                        <a:srgbClr val="D2D7DF"/>
                      </a:solidFill>
                      <a:prstDash val="solid"/>
                    </a:lnB>
                    <a:solidFill>
                      <a:srgbClr val="FFFFFF"/>
                    </a:solidFill>
                  </a:tcPr>
                </a:tc>
                <a:tc>
                  <a:txBody>
                    <a:bodyPr/>
                    <a:lstStyle/>
                    <a:p>
                      <a:r>
                        <a:rPr sz="1275">
                          <a:solidFill>
                            <a:srgbClr val="222222"/>
                          </a:solidFill>
                          <a:latin typeface="Arial" panose="020B0604020202020204"/>
                          <a:ea typeface="Arial" panose="020B0604020202020204"/>
                          <a:cs typeface="Arial" panose="020B0604020202020204"/>
                        </a:rPr>
                        <a:t>Véc tơ trọng lực X, Y, Z</a:t>
                      </a:r>
                      <a:endParaRPr sz="1275">
                        <a:solidFill>
                          <a:srgbClr val="222222"/>
                        </a:solidFill>
                        <a:latin typeface="Arial" panose="020B0604020202020204"/>
                        <a:ea typeface="Arial" panose="020B0604020202020204"/>
                        <a:cs typeface="Arial" panose="020B0604020202020204"/>
                      </a:endParaRPr>
                    </a:p>
                  </a:txBody>
                  <a:tcPr>
                    <a:lnR w="9525">
                      <a:solidFill>
                        <a:srgbClr val="D2D7DF"/>
                      </a:solidFill>
                      <a:prstDash val="solid"/>
                    </a:lnR>
                    <a:lnB w="9525">
                      <a:solidFill>
                        <a:srgbClr val="D2D7DF"/>
                      </a:solidFill>
                      <a:prstDash val="solid"/>
                    </a:lnB>
                    <a:solidFill>
                      <a:srgbClr val="FFFFFF"/>
                    </a:solidFill>
                  </a:tcPr>
                </a:tc>
                <a:tc>
                  <a:txBody>
                    <a:bodyPr/>
                    <a:lstStyle/>
                    <a:p>
                      <a:r>
                        <a:rPr sz="1275">
                          <a:solidFill>
                            <a:srgbClr val="222222"/>
                          </a:solidFill>
                          <a:latin typeface="Arial" panose="020B0604020202020204"/>
                          <a:ea typeface="Arial" panose="020B0604020202020204"/>
                          <a:cs typeface="Arial" panose="020B0604020202020204"/>
                        </a:rPr>
                        <a:t>m/s²</a:t>
                      </a:r>
                      <a:endParaRPr sz="1275">
                        <a:solidFill>
                          <a:srgbClr val="222222"/>
                        </a:solidFill>
                        <a:latin typeface="Arial" panose="020B0604020202020204"/>
                        <a:ea typeface="Arial" panose="020B0604020202020204"/>
                        <a:cs typeface="Arial" panose="020B0604020202020204"/>
                      </a:endParaRPr>
                    </a:p>
                  </a:txBody>
                  <a:tcPr>
                    <a:lnR w="9525">
                      <a:solidFill>
                        <a:srgbClr val="D2D7DF"/>
                      </a:solidFill>
                      <a:prstDash val="solid"/>
                    </a:lnR>
                    <a:lnB w="9525">
                      <a:solidFill>
                        <a:srgbClr val="D2D7DF"/>
                      </a:solidFill>
                      <a:prstDash val="solid"/>
                    </a:lnB>
                    <a:solidFill>
                      <a:srgbClr val="FFFFFF"/>
                    </a:solidFill>
                  </a:tcPr>
                </a:tc>
                <a:tc>
                  <a:txBody>
                    <a:bodyPr/>
                    <a:lstStyle/>
                    <a:p>
                      <a:r>
                        <a:rPr sz="1275">
                          <a:solidFill>
                            <a:srgbClr val="222222"/>
                          </a:solidFill>
                          <a:latin typeface="Arial" panose="020B0604020202020204"/>
                          <a:ea typeface="Arial" panose="020B0604020202020204"/>
                          <a:cs typeface="Arial" panose="020B0604020202020204"/>
                        </a:rPr>
                        <a:t>Nghiêng điện thoại để lái xe</a:t>
                      </a:r>
                      <a:endParaRPr sz="1275">
                        <a:solidFill>
                          <a:srgbClr val="222222"/>
                        </a:solidFill>
                        <a:latin typeface="Arial" panose="020B0604020202020204"/>
                        <a:ea typeface="Arial" panose="020B0604020202020204"/>
                        <a:cs typeface="Arial" panose="020B0604020202020204"/>
                      </a:endParaRPr>
                    </a:p>
                  </a:txBody>
                  <a:tcPr>
                    <a:lnR w="9525">
                      <a:solidFill>
                        <a:srgbClr val="D2D7DF"/>
                      </a:solidFill>
                      <a:prstDash val="solid"/>
                    </a:lnR>
                    <a:lnB w="9525">
                      <a:solidFill>
                        <a:srgbClr val="D2D7DF"/>
                      </a:solidFill>
                      <a:prstDash val="solid"/>
                    </a:lnB>
                    <a:solidFill>
                      <a:srgbClr val="FFFFFF"/>
                    </a:solidFill>
                  </a:tcPr>
                </a:tc>
              </a:tr>
              <a:tr h="793750">
                <a:tc>
                  <a:txBody>
                    <a:bodyPr/>
                    <a:lstStyle/>
                    <a:p>
                      <a:r>
                        <a:rPr sz="1275">
                          <a:solidFill>
                            <a:srgbClr val="222222"/>
                          </a:solidFill>
                          <a:latin typeface="Arial" panose="020B0604020202020204"/>
                          <a:ea typeface="Arial" panose="020B0604020202020204"/>
                          <a:cs typeface="Arial" panose="020B0604020202020204"/>
                        </a:rPr>
                        <a:t>Linear acceleration</a:t>
                      </a:r>
                      <a:endParaRPr sz="1275">
                        <a:solidFill>
                          <a:srgbClr val="222222"/>
                        </a:solidFill>
                        <a:latin typeface="Arial" panose="020B0604020202020204"/>
                        <a:ea typeface="Arial" panose="020B0604020202020204"/>
                        <a:cs typeface="Arial" panose="020B0604020202020204"/>
                      </a:endParaRPr>
                    </a:p>
                  </a:txBody>
                  <a:tcPr>
                    <a:lnL w="9525">
                      <a:solidFill>
                        <a:srgbClr val="D2D7DF"/>
                      </a:solidFill>
                      <a:prstDash val="solid"/>
                    </a:lnL>
                    <a:lnR w="9525">
                      <a:solidFill>
                        <a:srgbClr val="D2D7DF"/>
                      </a:solidFill>
                      <a:prstDash val="solid"/>
                    </a:lnR>
                    <a:lnB w="9525">
                      <a:solidFill>
                        <a:srgbClr val="D2D7DF"/>
                      </a:solidFill>
                      <a:prstDash val="solid"/>
                    </a:lnB>
                    <a:solidFill>
                      <a:srgbClr val="F3F7FF"/>
                    </a:solidFill>
                  </a:tcPr>
                </a:tc>
                <a:tc>
                  <a:txBody>
                    <a:bodyPr/>
                    <a:lstStyle/>
                    <a:p>
                      <a:r>
                        <a:rPr sz="1275">
                          <a:solidFill>
                            <a:srgbClr val="222222"/>
                          </a:solidFill>
                          <a:latin typeface="Arial" panose="020B0604020202020204"/>
                          <a:ea typeface="Arial" panose="020B0604020202020204"/>
                          <a:cs typeface="Arial" panose="020B0604020202020204"/>
                        </a:rPr>
                        <a:t>Phần cứng hoặc tổng hợp</a:t>
                      </a:r>
                      <a:endParaRPr sz="1275">
                        <a:solidFill>
                          <a:srgbClr val="222222"/>
                        </a:solidFill>
                        <a:latin typeface="Arial" panose="020B0604020202020204"/>
                        <a:ea typeface="Arial" panose="020B0604020202020204"/>
                        <a:cs typeface="Arial" panose="020B0604020202020204"/>
                      </a:endParaRPr>
                    </a:p>
                  </a:txBody>
                  <a:tcPr>
                    <a:lnR w="9525">
                      <a:solidFill>
                        <a:srgbClr val="D2D7DF"/>
                      </a:solidFill>
                      <a:prstDash val="solid"/>
                    </a:lnR>
                    <a:lnB w="9525">
                      <a:solidFill>
                        <a:srgbClr val="D2D7DF"/>
                      </a:solidFill>
                      <a:prstDash val="solid"/>
                    </a:lnB>
                    <a:solidFill>
                      <a:srgbClr val="F3F7FF"/>
                    </a:solidFill>
                  </a:tcPr>
                </a:tc>
                <a:tc>
                  <a:txBody>
                    <a:bodyPr/>
                    <a:lstStyle/>
                    <a:p>
                      <a:r>
                        <a:rPr sz="1275">
                          <a:solidFill>
                            <a:srgbClr val="222222"/>
                          </a:solidFill>
                          <a:latin typeface="Arial" panose="020B0604020202020204"/>
                          <a:ea typeface="Arial" panose="020B0604020202020204"/>
                          <a:cs typeface="Arial" panose="020B0604020202020204"/>
                        </a:rPr>
                        <a:t>Gia tốc đã loại trọng lực</a:t>
                      </a:r>
                      <a:endParaRPr sz="1275">
                        <a:solidFill>
                          <a:srgbClr val="222222"/>
                        </a:solidFill>
                        <a:latin typeface="Arial" panose="020B0604020202020204"/>
                        <a:ea typeface="Arial" panose="020B0604020202020204"/>
                        <a:cs typeface="Arial" panose="020B0604020202020204"/>
                      </a:endParaRPr>
                    </a:p>
                  </a:txBody>
                  <a:tcPr>
                    <a:lnR w="9525">
                      <a:solidFill>
                        <a:srgbClr val="D2D7DF"/>
                      </a:solidFill>
                      <a:prstDash val="solid"/>
                    </a:lnR>
                    <a:lnB w="9525">
                      <a:solidFill>
                        <a:srgbClr val="D2D7DF"/>
                      </a:solidFill>
                      <a:prstDash val="solid"/>
                    </a:lnB>
                    <a:solidFill>
                      <a:srgbClr val="F3F7FF"/>
                    </a:solidFill>
                  </a:tcPr>
                </a:tc>
                <a:tc>
                  <a:txBody>
                    <a:bodyPr/>
                    <a:lstStyle/>
                    <a:p>
                      <a:r>
                        <a:rPr sz="1275">
                          <a:solidFill>
                            <a:srgbClr val="222222"/>
                          </a:solidFill>
                          <a:latin typeface="Arial" panose="020B0604020202020204"/>
                          <a:ea typeface="Arial" panose="020B0604020202020204"/>
                          <a:cs typeface="Arial" panose="020B0604020202020204"/>
                        </a:rPr>
                        <a:t>m/s²</a:t>
                      </a:r>
                      <a:endParaRPr sz="1275">
                        <a:solidFill>
                          <a:srgbClr val="222222"/>
                        </a:solidFill>
                        <a:latin typeface="Arial" panose="020B0604020202020204"/>
                        <a:ea typeface="Arial" panose="020B0604020202020204"/>
                        <a:cs typeface="Arial" panose="020B0604020202020204"/>
                      </a:endParaRPr>
                    </a:p>
                  </a:txBody>
                  <a:tcPr>
                    <a:lnR w="9525">
                      <a:solidFill>
                        <a:srgbClr val="D2D7DF"/>
                      </a:solidFill>
                      <a:prstDash val="solid"/>
                    </a:lnR>
                    <a:lnB w="9525">
                      <a:solidFill>
                        <a:srgbClr val="D2D7DF"/>
                      </a:solidFill>
                      <a:prstDash val="solid"/>
                    </a:lnB>
                    <a:solidFill>
                      <a:srgbClr val="F3F7FF"/>
                    </a:solidFill>
                  </a:tcPr>
                </a:tc>
                <a:tc>
                  <a:txBody>
                    <a:bodyPr/>
                    <a:lstStyle/>
                    <a:p>
                      <a:r>
                        <a:rPr sz="1275">
                          <a:solidFill>
                            <a:srgbClr val="222222"/>
                          </a:solidFill>
                          <a:latin typeface="Arial" panose="020B0604020202020204"/>
                          <a:ea typeface="Arial" panose="020B0604020202020204"/>
                          <a:cs typeface="Arial" panose="020B0604020202020204"/>
                        </a:rPr>
                        <a:t>Theo dõi chuyển động thuần</a:t>
                      </a:r>
                      <a:endParaRPr sz="1275">
                        <a:solidFill>
                          <a:srgbClr val="222222"/>
                        </a:solidFill>
                        <a:latin typeface="Arial" panose="020B0604020202020204"/>
                        <a:ea typeface="Arial" panose="020B0604020202020204"/>
                        <a:cs typeface="Arial" panose="020B0604020202020204"/>
                      </a:endParaRPr>
                    </a:p>
                  </a:txBody>
                  <a:tcPr>
                    <a:lnR w="9525">
                      <a:solidFill>
                        <a:srgbClr val="D2D7DF"/>
                      </a:solidFill>
                      <a:prstDash val="solid"/>
                    </a:lnR>
                    <a:lnB w="9525">
                      <a:solidFill>
                        <a:srgbClr val="D2D7DF"/>
                      </a:solidFill>
                      <a:prstDash val="solid"/>
                    </a:lnB>
                    <a:solidFill>
                      <a:srgbClr val="F3F7FF"/>
                    </a:solidFill>
                  </a:tcPr>
                </a:tc>
              </a:tr>
              <a:tr h="793750">
                <a:tc>
                  <a:txBody>
                    <a:bodyPr/>
                    <a:lstStyle/>
                    <a:p>
                      <a:r>
                        <a:rPr sz="1275">
                          <a:solidFill>
                            <a:srgbClr val="222222"/>
                          </a:solidFill>
                          <a:latin typeface="Arial" panose="020B0604020202020204"/>
                          <a:ea typeface="Arial" panose="020B0604020202020204"/>
                          <a:cs typeface="Arial" panose="020B0604020202020204"/>
                        </a:rPr>
                        <a:t>Rotation vector</a:t>
                      </a:r>
                      <a:endParaRPr sz="1275">
                        <a:solidFill>
                          <a:srgbClr val="222222"/>
                        </a:solidFill>
                        <a:latin typeface="Arial" panose="020B0604020202020204"/>
                        <a:ea typeface="Arial" panose="020B0604020202020204"/>
                        <a:cs typeface="Arial" panose="020B0604020202020204"/>
                      </a:endParaRPr>
                    </a:p>
                  </a:txBody>
                  <a:tcPr>
                    <a:lnL w="9525">
                      <a:solidFill>
                        <a:srgbClr val="D2D7DF"/>
                      </a:solidFill>
                      <a:prstDash val="solid"/>
                    </a:lnL>
                    <a:lnR w="9525">
                      <a:solidFill>
                        <a:srgbClr val="D2D7DF"/>
                      </a:solidFill>
                      <a:prstDash val="solid"/>
                    </a:lnR>
                    <a:lnB w="9525">
                      <a:solidFill>
                        <a:srgbClr val="D2D7DF"/>
                      </a:solidFill>
                      <a:prstDash val="solid"/>
                    </a:lnB>
                    <a:solidFill>
                      <a:srgbClr val="FFFFFF"/>
                    </a:solidFill>
                  </a:tcPr>
                </a:tc>
                <a:tc>
                  <a:txBody>
                    <a:bodyPr/>
                    <a:lstStyle/>
                    <a:p>
                      <a:r>
                        <a:rPr sz="1275">
                          <a:solidFill>
                            <a:srgbClr val="222222"/>
                          </a:solidFill>
                          <a:latin typeface="Arial" panose="020B0604020202020204"/>
                          <a:ea typeface="Arial" panose="020B0604020202020204"/>
                          <a:cs typeface="Arial" panose="020B0604020202020204"/>
                        </a:rPr>
                        <a:t>Phần cứng hoặc tổng hợp</a:t>
                      </a:r>
                      <a:endParaRPr sz="1275">
                        <a:solidFill>
                          <a:srgbClr val="222222"/>
                        </a:solidFill>
                        <a:latin typeface="Arial" panose="020B0604020202020204"/>
                        <a:ea typeface="Arial" panose="020B0604020202020204"/>
                        <a:cs typeface="Arial" panose="020B0604020202020204"/>
                      </a:endParaRPr>
                    </a:p>
                  </a:txBody>
                  <a:tcPr>
                    <a:lnR w="9525">
                      <a:solidFill>
                        <a:srgbClr val="D2D7DF"/>
                      </a:solidFill>
                      <a:prstDash val="solid"/>
                    </a:lnR>
                    <a:lnB w="9525">
                      <a:solidFill>
                        <a:srgbClr val="D2D7DF"/>
                      </a:solidFill>
                      <a:prstDash val="solid"/>
                    </a:lnB>
                    <a:solidFill>
                      <a:srgbClr val="FFFFFF"/>
                    </a:solidFill>
                  </a:tcPr>
                </a:tc>
                <a:tc>
                  <a:txBody>
                    <a:bodyPr/>
                    <a:lstStyle/>
                    <a:p>
                      <a:r>
                        <a:rPr sz="1275">
                          <a:solidFill>
                            <a:srgbClr val="222222"/>
                          </a:solidFill>
                          <a:latin typeface="Arial" panose="020B0604020202020204"/>
                          <a:ea typeface="Arial" panose="020B0604020202020204"/>
                          <a:cs typeface="Arial" panose="020B0604020202020204"/>
                        </a:rPr>
                        <a:t>Tư thế / hướng xoay thiết bị</a:t>
                      </a:r>
                      <a:endParaRPr sz="1275">
                        <a:solidFill>
                          <a:srgbClr val="222222"/>
                        </a:solidFill>
                        <a:latin typeface="Arial" panose="020B0604020202020204"/>
                        <a:ea typeface="Arial" panose="020B0604020202020204"/>
                        <a:cs typeface="Arial" panose="020B0604020202020204"/>
                      </a:endParaRPr>
                    </a:p>
                  </a:txBody>
                  <a:tcPr>
                    <a:lnR w="9525">
                      <a:solidFill>
                        <a:srgbClr val="D2D7DF"/>
                      </a:solidFill>
                      <a:prstDash val="solid"/>
                    </a:lnR>
                    <a:lnB w="9525">
                      <a:solidFill>
                        <a:srgbClr val="D2D7DF"/>
                      </a:solidFill>
                      <a:prstDash val="solid"/>
                    </a:lnB>
                    <a:solidFill>
                      <a:srgbClr val="FFFFFF"/>
                    </a:solidFill>
                  </a:tcPr>
                </a:tc>
                <a:tc>
                  <a:txBody>
                    <a:bodyPr/>
                    <a:lstStyle/>
                    <a:p>
                      <a:r>
                        <a:rPr sz="1275">
                          <a:solidFill>
                            <a:srgbClr val="222222"/>
                          </a:solidFill>
                          <a:latin typeface="Arial" panose="020B0604020202020204"/>
                          <a:ea typeface="Arial" panose="020B0604020202020204"/>
                          <a:cs typeface="Arial" panose="020B0604020202020204"/>
                        </a:rPr>
                        <a:t>Không đơn vị</a:t>
                      </a:r>
                      <a:endParaRPr sz="1275">
                        <a:solidFill>
                          <a:srgbClr val="222222"/>
                        </a:solidFill>
                        <a:latin typeface="Arial" panose="020B0604020202020204"/>
                        <a:ea typeface="Arial" panose="020B0604020202020204"/>
                        <a:cs typeface="Arial" panose="020B0604020202020204"/>
                      </a:endParaRPr>
                    </a:p>
                  </a:txBody>
                  <a:tcPr>
                    <a:lnR w="9525">
                      <a:solidFill>
                        <a:srgbClr val="D2D7DF"/>
                      </a:solidFill>
                      <a:prstDash val="solid"/>
                    </a:lnR>
                    <a:lnB w="9525">
                      <a:solidFill>
                        <a:srgbClr val="D2D7DF"/>
                      </a:solidFill>
                      <a:prstDash val="solid"/>
                    </a:lnB>
                    <a:solidFill>
                      <a:srgbClr val="FFFFFF"/>
                    </a:solidFill>
                  </a:tcPr>
                </a:tc>
                <a:tc>
                  <a:txBody>
                    <a:bodyPr/>
                    <a:lstStyle/>
                    <a:p>
                      <a:r>
                        <a:rPr sz="1275">
                          <a:solidFill>
                            <a:srgbClr val="222222"/>
                          </a:solidFill>
                          <a:latin typeface="Arial" panose="020B0604020202020204"/>
                          <a:ea typeface="Arial" panose="020B0604020202020204"/>
                          <a:cs typeface="Arial" panose="020B0604020202020204"/>
                        </a:rPr>
                        <a:t>AR, định hướng thiết bị</a:t>
                      </a:r>
                      <a:endParaRPr sz="1275">
                        <a:solidFill>
                          <a:srgbClr val="222222"/>
                        </a:solidFill>
                        <a:latin typeface="Arial" panose="020B0604020202020204"/>
                        <a:ea typeface="Arial" panose="020B0604020202020204"/>
                        <a:cs typeface="Arial" panose="020B0604020202020204"/>
                      </a:endParaRPr>
                    </a:p>
                  </a:txBody>
                  <a:tcPr>
                    <a:lnR w="9525">
                      <a:solidFill>
                        <a:srgbClr val="D2D7DF"/>
                      </a:solidFill>
                      <a:prstDash val="solid"/>
                    </a:lnR>
                    <a:lnB w="9525">
                      <a:solidFill>
                        <a:srgbClr val="D2D7DF"/>
                      </a:solidFill>
                      <a:prstDash val="solid"/>
                    </a:lnB>
                    <a:solidFill>
                      <a:srgbClr val="FFFFFF"/>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 name="Rectangle 22"/>
          <p:cNvSpPr>
            <a:spLocks noGrp="1"/>
          </p:cNvSpPr>
          <p:nvPr/>
        </p:nvSpPr>
        <p:spPr>
          <a:xfrm>
            <a:off x="342900" y="152400"/>
            <a:ext cx="11401425" cy="466725"/>
          </a:xfrm>
          <a:prstGeom prst="rect">
            <a:avLst/>
          </a:prstGeom>
          <a:noFill/>
          <a:ln w="0">
            <a:noFill/>
            <a:prstDash val="solid"/>
          </a:ln>
        </p:spPr>
        <p:txBody>
          <a:bodyPr anchor="ctr"/>
          <a:lstStyle>
            <a:defPPr algn="l">
              <a:defRPr sz="2175" b="1">
                <a:solidFill>
                  <a:srgbClr val="111111"/>
                </a:solidFill>
                <a:latin typeface="Arial" panose="020B0604020202020204"/>
                <a:ea typeface="Arial" panose="020B0604020202020204"/>
                <a:cs typeface="Arial" panose="020B0604020202020204"/>
              </a:defRPr>
            </a:defPPr>
            <a:lvl1pPr algn="l">
              <a:buNone/>
              <a:defRPr sz="2175" b="1">
                <a:solidFill>
                  <a:srgbClr val="111111"/>
                </a:solidFill>
                <a:latin typeface="Arial" panose="020B0604020202020204"/>
                <a:ea typeface="Arial" panose="020B0604020202020204"/>
                <a:cs typeface="Arial" panose="020B0604020202020204"/>
              </a:defRPr>
            </a:lvl1pPr>
            <a:lvl2pPr algn="l">
              <a:buNone/>
              <a:defRPr sz="2175" b="1">
                <a:solidFill>
                  <a:srgbClr val="111111"/>
                </a:solidFill>
                <a:latin typeface="Arial" panose="020B0604020202020204"/>
                <a:ea typeface="Arial" panose="020B0604020202020204"/>
                <a:cs typeface="Arial" panose="020B0604020202020204"/>
              </a:defRPr>
            </a:lvl2pPr>
            <a:lvl3pPr algn="l">
              <a:buNone/>
              <a:defRPr sz="2175" b="1">
                <a:solidFill>
                  <a:srgbClr val="111111"/>
                </a:solidFill>
                <a:latin typeface="Arial" panose="020B0604020202020204"/>
                <a:ea typeface="Arial" panose="020B0604020202020204"/>
                <a:cs typeface="Arial" panose="020B0604020202020204"/>
              </a:defRPr>
            </a:lvl3pPr>
            <a:lvl4pPr algn="l">
              <a:buNone/>
              <a:defRPr sz="2175" b="1">
                <a:solidFill>
                  <a:srgbClr val="111111"/>
                </a:solidFill>
                <a:latin typeface="Arial" panose="020B0604020202020204"/>
                <a:ea typeface="Arial" panose="020B0604020202020204"/>
                <a:cs typeface="Arial" panose="020B0604020202020204"/>
              </a:defRPr>
            </a:lvl4pPr>
            <a:lvl5pPr algn="l">
              <a:buNone/>
              <a:defRPr sz="2175" b="1">
                <a:solidFill>
                  <a:srgbClr val="111111"/>
                </a:solidFill>
                <a:latin typeface="Arial" panose="020B0604020202020204"/>
                <a:ea typeface="Arial" panose="020B0604020202020204"/>
                <a:cs typeface="Arial" panose="020B0604020202020204"/>
              </a:defRPr>
            </a:lvl5pPr>
            <a:lvl6pPr algn="l">
              <a:buNone/>
              <a:defRPr sz="2175" b="1">
                <a:solidFill>
                  <a:srgbClr val="111111"/>
                </a:solidFill>
                <a:latin typeface="Arial" panose="020B0604020202020204"/>
                <a:ea typeface="Arial" panose="020B0604020202020204"/>
                <a:cs typeface="Arial" panose="020B0604020202020204"/>
              </a:defRPr>
            </a:lvl6pPr>
            <a:lvl7pPr algn="l">
              <a:buNone/>
              <a:defRPr sz="2175" b="1">
                <a:solidFill>
                  <a:srgbClr val="111111"/>
                </a:solidFill>
                <a:latin typeface="Arial" panose="020B0604020202020204"/>
                <a:ea typeface="Arial" panose="020B0604020202020204"/>
                <a:cs typeface="Arial" panose="020B0604020202020204"/>
              </a:defRPr>
            </a:lvl7pPr>
            <a:lvl8pPr algn="l">
              <a:buNone/>
              <a:defRPr sz="2175" b="1">
                <a:solidFill>
                  <a:srgbClr val="111111"/>
                </a:solidFill>
                <a:latin typeface="Arial" panose="020B0604020202020204"/>
                <a:ea typeface="Arial" panose="020B0604020202020204"/>
                <a:cs typeface="Arial" panose="020B0604020202020204"/>
              </a:defRPr>
            </a:lvl8pPr>
            <a:lvl9pPr algn="l">
              <a:buNone/>
              <a:defRPr sz="2175" b="1">
                <a:solidFill>
                  <a:srgbClr val="111111"/>
                </a:solidFill>
                <a:latin typeface="Arial" panose="020B0604020202020204"/>
                <a:ea typeface="Arial" panose="020B0604020202020204"/>
                <a:cs typeface="Arial" panose="020B0604020202020204"/>
              </a:defRPr>
            </a:lvl9pPr>
          </a:lstStyle>
          <a:p>
            <a:pPr algn="l">
              <a:buNone/>
              <a:defRPr sz="2175" b="1">
                <a:solidFill>
                  <a:srgbClr val="111111"/>
                </a:solidFill>
                <a:latin typeface="Arial" panose="020B0604020202020204"/>
                <a:ea typeface="Arial" panose="020B0604020202020204"/>
                <a:cs typeface="Arial" panose="020B0604020202020204"/>
              </a:defRPr>
            </a:pPr>
            <a:r>
              <a:rPr sz="2175" b="1">
                <a:solidFill>
                  <a:srgbClr val="111111"/>
                </a:solidFill>
                <a:latin typeface="Arial" panose="020B0604020202020204"/>
                <a:ea typeface="Arial" panose="020B0604020202020204"/>
                <a:cs typeface="Arial" panose="020B0604020202020204"/>
              </a:rPr>
              <a:t>5. Ứng dụng của cảm biến chuyển động</a:t>
            </a:r>
            <a:endParaRPr sz="2175" b="1">
              <a:solidFill>
                <a:srgbClr val="111111"/>
              </a:solidFill>
              <a:latin typeface="Arial" panose="020B0604020202020204"/>
              <a:ea typeface="Arial" panose="020B0604020202020204"/>
              <a:cs typeface="Arial" panose="020B0604020202020204"/>
            </a:endParaRPr>
          </a:p>
        </p:txBody>
      </p:sp>
      <p:sp>
        <p:nvSpPr>
          <p:cNvPr id="2" name="Rectangle 1"/>
          <p:cNvSpPr>
            <a:spLocks noGrp="1"/>
          </p:cNvSpPr>
          <p:nvPr/>
        </p:nvSpPr>
        <p:spPr>
          <a:xfrm>
            <a:off x="0" y="666750"/>
            <a:ext cx="12192000" cy="95250"/>
          </a:xfrm>
          <a:prstGeom prst="rect">
            <a:avLst/>
          </a:prstGeom>
          <a:solidFill>
            <a:srgbClr val="4E8DF6"/>
          </a:solidFill>
          <a:ln w="9525">
            <a:solidFill>
              <a:srgbClr val="4E8DF6"/>
            </a:solidFill>
            <a:prstDash val="solid"/>
          </a:ln>
        </p:spPr>
      </p:sp>
      <p:sp>
        <p:nvSpPr>
          <p:cNvPr id="3" name="Rectangle 2"/>
          <p:cNvSpPr>
            <a:spLocks noGrp="1"/>
          </p:cNvSpPr>
          <p:nvPr/>
        </p:nvSpPr>
        <p:spPr>
          <a:xfrm>
            <a:off x="581025" y="1219200"/>
            <a:ext cx="3000375" cy="447675"/>
          </a:xfrm>
          <a:prstGeom prst="rect">
            <a:avLst/>
          </a:prstGeom>
          <a:noFill/>
          <a:ln w="0">
            <a:noFill/>
            <a:prstDash val="solid"/>
          </a:ln>
        </p:spPr>
        <p:txBody>
          <a:bodyPr anchor="ctr"/>
          <a:lstStyle>
            <a:defPPr algn="l">
              <a:defRPr sz="1425" b="1">
                <a:solidFill>
                  <a:srgbClr val="F20D0D"/>
                </a:solidFill>
                <a:latin typeface="Arial" panose="020B0604020202020204"/>
                <a:ea typeface="Arial" panose="020B0604020202020204"/>
                <a:cs typeface="Arial" panose="020B0604020202020204"/>
              </a:defRPr>
            </a:defPPr>
            <a:lvl1pPr algn="l">
              <a:buNone/>
              <a:defRPr sz="1425" b="1">
                <a:solidFill>
                  <a:srgbClr val="F20D0D"/>
                </a:solidFill>
                <a:latin typeface="Arial" panose="020B0604020202020204"/>
                <a:ea typeface="Arial" panose="020B0604020202020204"/>
                <a:cs typeface="Arial" panose="020B0604020202020204"/>
              </a:defRPr>
            </a:lvl1pPr>
            <a:lvl2pPr algn="l">
              <a:buNone/>
              <a:defRPr sz="1425" b="1">
                <a:solidFill>
                  <a:srgbClr val="F20D0D"/>
                </a:solidFill>
                <a:latin typeface="Arial" panose="020B0604020202020204"/>
                <a:ea typeface="Arial" panose="020B0604020202020204"/>
                <a:cs typeface="Arial" panose="020B0604020202020204"/>
              </a:defRPr>
            </a:lvl2pPr>
            <a:lvl3pPr algn="l">
              <a:buNone/>
              <a:defRPr sz="1425" b="1">
                <a:solidFill>
                  <a:srgbClr val="F20D0D"/>
                </a:solidFill>
                <a:latin typeface="Arial" panose="020B0604020202020204"/>
                <a:ea typeface="Arial" panose="020B0604020202020204"/>
                <a:cs typeface="Arial" panose="020B0604020202020204"/>
              </a:defRPr>
            </a:lvl3pPr>
            <a:lvl4pPr algn="l">
              <a:buNone/>
              <a:defRPr sz="1425" b="1">
                <a:solidFill>
                  <a:srgbClr val="F20D0D"/>
                </a:solidFill>
                <a:latin typeface="Arial" panose="020B0604020202020204"/>
                <a:ea typeface="Arial" panose="020B0604020202020204"/>
                <a:cs typeface="Arial" panose="020B0604020202020204"/>
              </a:defRPr>
            </a:lvl4pPr>
            <a:lvl5pPr algn="l">
              <a:buNone/>
              <a:defRPr sz="1425" b="1">
                <a:solidFill>
                  <a:srgbClr val="F20D0D"/>
                </a:solidFill>
                <a:latin typeface="Arial" panose="020B0604020202020204"/>
                <a:ea typeface="Arial" panose="020B0604020202020204"/>
                <a:cs typeface="Arial" panose="020B0604020202020204"/>
              </a:defRPr>
            </a:lvl5pPr>
            <a:lvl6pPr algn="l">
              <a:buNone/>
              <a:defRPr sz="1425" b="1">
                <a:solidFill>
                  <a:srgbClr val="F20D0D"/>
                </a:solidFill>
                <a:latin typeface="Arial" panose="020B0604020202020204"/>
                <a:ea typeface="Arial" panose="020B0604020202020204"/>
                <a:cs typeface="Arial" panose="020B0604020202020204"/>
              </a:defRPr>
            </a:lvl6pPr>
            <a:lvl7pPr algn="l">
              <a:buNone/>
              <a:defRPr sz="1425" b="1">
                <a:solidFill>
                  <a:srgbClr val="F20D0D"/>
                </a:solidFill>
                <a:latin typeface="Arial" panose="020B0604020202020204"/>
                <a:ea typeface="Arial" panose="020B0604020202020204"/>
                <a:cs typeface="Arial" panose="020B0604020202020204"/>
              </a:defRPr>
            </a:lvl7pPr>
            <a:lvl8pPr algn="l">
              <a:buNone/>
              <a:defRPr sz="1425" b="1">
                <a:solidFill>
                  <a:srgbClr val="F20D0D"/>
                </a:solidFill>
                <a:latin typeface="Arial" panose="020B0604020202020204"/>
                <a:ea typeface="Arial" panose="020B0604020202020204"/>
                <a:cs typeface="Arial" panose="020B0604020202020204"/>
              </a:defRPr>
            </a:lvl8pPr>
            <a:lvl9pPr algn="l">
              <a:buNone/>
              <a:defRPr sz="1425" b="1">
                <a:solidFill>
                  <a:srgbClr val="F20D0D"/>
                </a:solidFill>
                <a:latin typeface="Arial" panose="020B0604020202020204"/>
                <a:ea typeface="Arial" panose="020B0604020202020204"/>
                <a:cs typeface="Arial" panose="020B0604020202020204"/>
              </a:defRPr>
            </a:lvl9pPr>
          </a:lstStyle>
          <a:p>
            <a:pPr algn="l">
              <a:buNone/>
              <a:defRPr sz="1425" b="1">
                <a:solidFill>
                  <a:srgbClr val="F20D0D"/>
                </a:solidFill>
                <a:latin typeface="Arial" panose="020B0604020202020204"/>
                <a:ea typeface="Arial" panose="020B0604020202020204"/>
                <a:cs typeface="Arial" panose="020B0604020202020204"/>
              </a:defRPr>
            </a:pPr>
            <a:endParaRPr sz="1425" b="1">
              <a:solidFill>
                <a:srgbClr val="F20D0D"/>
              </a:solidFill>
              <a:latin typeface="Arial" panose="020B0604020202020204"/>
              <a:ea typeface="Arial" panose="020B0604020202020204"/>
              <a:cs typeface="Arial" panose="020B0604020202020204"/>
            </a:endParaRPr>
          </a:p>
        </p:txBody>
      </p:sp>
      <p:sp>
        <p:nvSpPr>
          <p:cNvPr id="4" name="Rectangle 3"/>
          <p:cNvSpPr>
            <a:spLocks noGrp="1"/>
          </p:cNvSpPr>
          <p:nvPr/>
        </p:nvSpPr>
        <p:spPr>
          <a:xfrm>
            <a:off x="3648075" y="1219200"/>
            <a:ext cx="3581400" cy="447675"/>
          </a:xfrm>
          <a:prstGeom prst="rect">
            <a:avLst/>
          </a:prstGeom>
          <a:noFill/>
          <a:ln w="0">
            <a:noFill/>
            <a:prstDash val="solid"/>
          </a:ln>
        </p:spPr>
        <p:txBody>
          <a:bodyPr anchor="ctr"/>
          <a:lstStyle>
            <a:defPPr algn="l">
              <a:defRPr sz="1425" b="1">
                <a:solidFill>
                  <a:srgbClr val="F20D0D"/>
                </a:solidFill>
                <a:latin typeface="Arial" panose="020B0604020202020204"/>
                <a:ea typeface="Arial" panose="020B0604020202020204"/>
                <a:cs typeface="Arial" panose="020B0604020202020204"/>
              </a:defRPr>
            </a:defPPr>
            <a:lvl1pPr algn="l">
              <a:buNone/>
              <a:defRPr sz="1425" b="1">
                <a:solidFill>
                  <a:srgbClr val="F20D0D"/>
                </a:solidFill>
                <a:latin typeface="Arial" panose="020B0604020202020204"/>
                <a:ea typeface="Arial" panose="020B0604020202020204"/>
                <a:cs typeface="Arial" panose="020B0604020202020204"/>
              </a:defRPr>
            </a:lvl1pPr>
            <a:lvl2pPr algn="l">
              <a:buNone/>
              <a:defRPr sz="1425" b="1">
                <a:solidFill>
                  <a:srgbClr val="F20D0D"/>
                </a:solidFill>
                <a:latin typeface="Arial" panose="020B0604020202020204"/>
                <a:ea typeface="Arial" panose="020B0604020202020204"/>
                <a:cs typeface="Arial" panose="020B0604020202020204"/>
              </a:defRPr>
            </a:lvl2pPr>
            <a:lvl3pPr algn="l">
              <a:buNone/>
              <a:defRPr sz="1425" b="1">
                <a:solidFill>
                  <a:srgbClr val="F20D0D"/>
                </a:solidFill>
                <a:latin typeface="Arial" panose="020B0604020202020204"/>
                <a:ea typeface="Arial" panose="020B0604020202020204"/>
                <a:cs typeface="Arial" panose="020B0604020202020204"/>
              </a:defRPr>
            </a:lvl3pPr>
            <a:lvl4pPr algn="l">
              <a:buNone/>
              <a:defRPr sz="1425" b="1">
                <a:solidFill>
                  <a:srgbClr val="F20D0D"/>
                </a:solidFill>
                <a:latin typeface="Arial" panose="020B0604020202020204"/>
                <a:ea typeface="Arial" panose="020B0604020202020204"/>
                <a:cs typeface="Arial" panose="020B0604020202020204"/>
              </a:defRPr>
            </a:lvl4pPr>
            <a:lvl5pPr algn="l">
              <a:buNone/>
              <a:defRPr sz="1425" b="1">
                <a:solidFill>
                  <a:srgbClr val="F20D0D"/>
                </a:solidFill>
                <a:latin typeface="Arial" panose="020B0604020202020204"/>
                <a:ea typeface="Arial" panose="020B0604020202020204"/>
                <a:cs typeface="Arial" panose="020B0604020202020204"/>
              </a:defRPr>
            </a:lvl5pPr>
            <a:lvl6pPr algn="l">
              <a:buNone/>
              <a:defRPr sz="1425" b="1">
                <a:solidFill>
                  <a:srgbClr val="F20D0D"/>
                </a:solidFill>
                <a:latin typeface="Arial" panose="020B0604020202020204"/>
                <a:ea typeface="Arial" panose="020B0604020202020204"/>
                <a:cs typeface="Arial" panose="020B0604020202020204"/>
              </a:defRPr>
            </a:lvl6pPr>
            <a:lvl7pPr algn="l">
              <a:buNone/>
              <a:defRPr sz="1425" b="1">
                <a:solidFill>
                  <a:srgbClr val="F20D0D"/>
                </a:solidFill>
                <a:latin typeface="Arial" panose="020B0604020202020204"/>
                <a:ea typeface="Arial" panose="020B0604020202020204"/>
                <a:cs typeface="Arial" panose="020B0604020202020204"/>
              </a:defRPr>
            </a:lvl7pPr>
            <a:lvl8pPr algn="l">
              <a:buNone/>
              <a:defRPr sz="1425" b="1">
                <a:solidFill>
                  <a:srgbClr val="F20D0D"/>
                </a:solidFill>
                <a:latin typeface="Arial" panose="020B0604020202020204"/>
                <a:ea typeface="Arial" panose="020B0604020202020204"/>
                <a:cs typeface="Arial" panose="020B0604020202020204"/>
              </a:defRPr>
            </a:lvl8pPr>
            <a:lvl9pPr algn="l">
              <a:buNone/>
              <a:defRPr sz="1425" b="1">
                <a:solidFill>
                  <a:srgbClr val="F20D0D"/>
                </a:solidFill>
                <a:latin typeface="Arial" panose="020B0604020202020204"/>
                <a:ea typeface="Arial" panose="020B0604020202020204"/>
                <a:cs typeface="Arial" panose="020B0604020202020204"/>
              </a:defRPr>
            </a:lvl9pPr>
          </a:lstStyle>
          <a:p>
            <a:pPr algn="l">
              <a:buNone/>
              <a:defRPr sz="1425" b="1">
                <a:solidFill>
                  <a:srgbClr val="F20D0D"/>
                </a:solidFill>
                <a:latin typeface="Arial" panose="020B0604020202020204"/>
                <a:ea typeface="Arial" panose="020B0604020202020204"/>
                <a:cs typeface="Arial" panose="020B0604020202020204"/>
              </a:defRPr>
            </a:pPr>
            <a:endParaRPr sz="1425" b="1">
              <a:solidFill>
                <a:srgbClr val="F20D0D"/>
              </a:solidFill>
              <a:latin typeface="Arial" panose="020B0604020202020204"/>
              <a:ea typeface="Arial" panose="020B0604020202020204"/>
              <a:cs typeface="Arial" panose="020B0604020202020204"/>
            </a:endParaRPr>
          </a:p>
        </p:txBody>
      </p:sp>
      <p:sp>
        <p:nvSpPr>
          <p:cNvPr id="7" name="Rectangle 6"/>
          <p:cNvSpPr>
            <a:spLocks noGrp="1"/>
          </p:cNvSpPr>
          <p:nvPr/>
        </p:nvSpPr>
        <p:spPr>
          <a:xfrm>
            <a:off x="600075" y="1771650"/>
            <a:ext cx="2943225" cy="666750"/>
          </a:xfrm>
          <a:prstGeom prst="rect">
            <a:avLst/>
          </a:prstGeom>
          <a:noFill/>
          <a:ln w="0">
            <a:noFill/>
            <a:prstDash val="solid"/>
          </a:ln>
        </p:spPr>
        <p:txBody>
          <a:bodyPr anchor="ctr"/>
          <a:lstStyle>
            <a:defPPr algn="l">
              <a:defRPr sz="1650" b="1">
                <a:solidFill>
                  <a:srgbClr val="111111"/>
                </a:solidFill>
                <a:latin typeface="Arial" panose="020B0604020202020204"/>
                <a:ea typeface="Arial" panose="020B0604020202020204"/>
                <a:cs typeface="Arial" panose="020B0604020202020204"/>
              </a:defRPr>
            </a:defPPr>
            <a:lvl1pPr algn="l">
              <a:buNone/>
              <a:defRPr sz="1650" b="1">
                <a:solidFill>
                  <a:srgbClr val="111111"/>
                </a:solidFill>
                <a:latin typeface="Arial" panose="020B0604020202020204"/>
                <a:ea typeface="Arial" panose="020B0604020202020204"/>
                <a:cs typeface="Arial" panose="020B0604020202020204"/>
              </a:defRPr>
            </a:lvl1pPr>
            <a:lvl2pPr algn="l">
              <a:buNone/>
              <a:defRPr sz="1650" b="1">
                <a:solidFill>
                  <a:srgbClr val="111111"/>
                </a:solidFill>
                <a:latin typeface="Arial" panose="020B0604020202020204"/>
                <a:ea typeface="Arial" panose="020B0604020202020204"/>
                <a:cs typeface="Arial" panose="020B0604020202020204"/>
              </a:defRPr>
            </a:lvl2pPr>
            <a:lvl3pPr algn="l">
              <a:buNone/>
              <a:defRPr sz="1650" b="1">
                <a:solidFill>
                  <a:srgbClr val="111111"/>
                </a:solidFill>
                <a:latin typeface="Arial" panose="020B0604020202020204"/>
                <a:ea typeface="Arial" panose="020B0604020202020204"/>
                <a:cs typeface="Arial" panose="020B0604020202020204"/>
              </a:defRPr>
            </a:lvl3pPr>
            <a:lvl4pPr algn="l">
              <a:buNone/>
              <a:defRPr sz="1650" b="1">
                <a:solidFill>
                  <a:srgbClr val="111111"/>
                </a:solidFill>
                <a:latin typeface="Arial" panose="020B0604020202020204"/>
                <a:ea typeface="Arial" panose="020B0604020202020204"/>
                <a:cs typeface="Arial" panose="020B0604020202020204"/>
              </a:defRPr>
            </a:lvl4pPr>
            <a:lvl5pPr algn="l">
              <a:buNone/>
              <a:defRPr sz="1650" b="1">
                <a:solidFill>
                  <a:srgbClr val="111111"/>
                </a:solidFill>
                <a:latin typeface="Arial" panose="020B0604020202020204"/>
                <a:ea typeface="Arial" panose="020B0604020202020204"/>
                <a:cs typeface="Arial" panose="020B0604020202020204"/>
              </a:defRPr>
            </a:lvl5pPr>
            <a:lvl6pPr algn="l">
              <a:buNone/>
              <a:defRPr sz="1650" b="1">
                <a:solidFill>
                  <a:srgbClr val="111111"/>
                </a:solidFill>
                <a:latin typeface="Arial" panose="020B0604020202020204"/>
                <a:ea typeface="Arial" panose="020B0604020202020204"/>
                <a:cs typeface="Arial" panose="020B0604020202020204"/>
              </a:defRPr>
            </a:lvl6pPr>
            <a:lvl7pPr algn="l">
              <a:buNone/>
              <a:defRPr sz="1650" b="1">
                <a:solidFill>
                  <a:srgbClr val="111111"/>
                </a:solidFill>
                <a:latin typeface="Arial" panose="020B0604020202020204"/>
                <a:ea typeface="Arial" panose="020B0604020202020204"/>
                <a:cs typeface="Arial" panose="020B0604020202020204"/>
              </a:defRPr>
            </a:lvl7pPr>
            <a:lvl8pPr algn="l">
              <a:buNone/>
              <a:defRPr sz="1650" b="1">
                <a:solidFill>
                  <a:srgbClr val="111111"/>
                </a:solidFill>
                <a:latin typeface="Arial" panose="020B0604020202020204"/>
                <a:ea typeface="Arial" panose="020B0604020202020204"/>
                <a:cs typeface="Arial" panose="020B0604020202020204"/>
              </a:defRPr>
            </a:lvl8pPr>
            <a:lvl9pPr algn="l">
              <a:buNone/>
              <a:defRPr sz="1650" b="1">
                <a:solidFill>
                  <a:srgbClr val="111111"/>
                </a:solidFill>
                <a:latin typeface="Arial" panose="020B0604020202020204"/>
                <a:ea typeface="Arial" panose="020B0604020202020204"/>
                <a:cs typeface="Arial" panose="020B0604020202020204"/>
              </a:defRPr>
            </a:lvl9pPr>
          </a:lstStyle>
          <a:p>
            <a:pPr algn="l">
              <a:buNone/>
              <a:defRPr sz="1650" b="1">
                <a:solidFill>
                  <a:srgbClr val="111111"/>
                </a:solidFill>
                <a:latin typeface="Arial" panose="020B0604020202020204"/>
                <a:ea typeface="Arial" panose="020B0604020202020204"/>
                <a:cs typeface="Arial" panose="020B0604020202020204"/>
              </a:defRPr>
            </a:pPr>
            <a:endParaRPr sz="1650" b="1">
              <a:solidFill>
                <a:srgbClr val="111111"/>
              </a:solidFill>
              <a:latin typeface="Arial" panose="020B0604020202020204"/>
              <a:ea typeface="Arial" panose="020B0604020202020204"/>
              <a:cs typeface="Arial" panose="020B0604020202020204"/>
            </a:endParaRPr>
          </a:p>
        </p:txBody>
      </p:sp>
      <p:sp>
        <p:nvSpPr>
          <p:cNvPr id="9" name="Rectangle 8"/>
          <p:cNvSpPr>
            <a:spLocks noGrp="1"/>
          </p:cNvSpPr>
          <p:nvPr/>
        </p:nvSpPr>
        <p:spPr>
          <a:xfrm>
            <a:off x="7372350" y="1771650"/>
            <a:ext cx="4067175" cy="666750"/>
          </a:xfrm>
          <a:prstGeom prst="rect">
            <a:avLst/>
          </a:prstGeom>
          <a:noFill/>
          <a:ln w="0">
            <a:noFill/>
            <a:prstDash val="solid"/>
          </a:ln>
        </p:spPr>
        <p:txBody>
          <a:bodyPr anchor="ctr"/>
          <a:lstStyle>
            <a:defPPr algn="l">
              <a:defRPr sz="1500" b="0">
                <a:solidFill>
                  <a:srgbClr val="111111"/>
                </a:solidFill>
                <a:latin typeface="Arial" panose="020B0604020202020204"/>
                <a:ea typeface="Arial" panose="020B0604020202020204"/>
                <a:cs typeface="Arial" panose="020B0604020202020204"/>
              </a:defRPr>
            </a:defPPr>
            <a:lvl1pPr algn="l">
              <a:buNone/>
              <a:defRPr sz="1500" b="0">
                <a:solidFill>
                  <a:srgbClr val="111111"/>
                </a:solidFill>
                <a:latin typeface="Arial" panose="020B0604020202020204"/>
                <a:ea typeface="Arial" panose="020B0604020202020204"/>
                <a:cs typeface="Arial" panose="020B0604020202020204"/>
              </a:defRPr>
            </a:lvl1pPr>
            <a:lvl2pPr algn="l">
              <a:buNone/>
              <a:defRPr sz="1500" b="0">
                <a:solidFill>
                  <a:srgbClr val="111111"/>
                </a:solidFill>
                <a:latin typeface="Arial" panose="020B0604020202020204"/>
                <a:ea typeface="Arial" panose="020B0604020202020204"/>
                <a:cs typeface="Arial" panose="020B0604020202020204"/>
              </a:defRPr>
            </a:lvl2pPr>
            <a:lvl3pPr algn="l">
              <a:buNone/>
              <a:defRPr sz="1500" b="0">
                <a:solidFill>
                  <a:srgbClr val="111111"/>
                </a:solidFill>
                <a:latin typeface="Arial" panose="020B0604020202020204"/>
                <a:ea typeface="Arial" panose="020B0604020202020204"/>
                <a:cs typeface="Arial" panose="020B0604020202020204"/>
              </a:defRPr>
            </a:lvl3pPr>
            <a:lvl4pPr algn="l">
              <a:buNone/>
              <a:defRPr sz="1500" b="0">
                <a:solidFill>
                  <a:srgbClr val="111111"/>
                </a:solidFill>
                <a:latin typeface="Arial" panose="020B0604020202020204"/>
                <a:ea typeface="Arial" panose="020B0604020202020204"/>
                <a:cs typeface="Arial" panose="020B0604020202020204"/>
              </a:defRPr>
            </a:lvl4pPr>
            <a:lvl5pPr algn="l">
              <a:buNone/>
              <a:defRPr sz="1500" b="0">
                <a:solidFill>
                  <a:srgbClr val="111111"/>
                </a:solidFill>
                <a:latin typeface="Arial" panose="020B0604020202020204"/>
                <a:ea typeface="Arial" panose="020B0604020202020204"/>
                <a:cs typeface="Arial" panose="020B0604020202020204"/>
              </a:defRPr>
            </a:lvl5pPr>
            <a:lvl6pPr algn="l">
              <a:buNone/>
              <a:defRPr sz="1500" b="0">
                <a:solidFill>
                  <a:srgbClr val="111111"/>
                </a:solidFill>
                <a:latin typeface="Arial" panose="020B0604020202020204"/>
                <a:ea typeface="Arial" panose="020B0604020202020204"/>
                <a:cs typeface="Arial" panose="020B0604020202020204"/>
              </a:defRPr>
            </a:lvl6pPr>
            <a:lvl7pPr algn="l">
              <a:buNone/>
              <a:defRPr sz="1500" b="0">
                <a:solidFill>
                  <a:srgbClr val="111111"/>
                </a:solidFill>
                <a:latin typeface="Arial" panose="020B0604020202020204"/>
                <a:ea typeface="Arial" panose="020B0604020202020204"/>
                <a:cs typeface="Arial" panose="020B0604020202020204"/>
              </a:defRPr>
            </a:lvl7pPr>
            <a:lvl8pPr algn="l">
              <a:buNone/>
              <a:defRPr sz="1500" b="0">
                <a:solidFill>
                  <a:srgbClr val="111111"/>
                </a:solidFill>
                <a:latin typeface="Arial" panose="020B0604020202020204"/>
                <a:ea typeface="Arial" panose="020B0604020202020204"/>
                <a:cs typeface="Arial" panose="020B0604020202020204"/>
              </a:defRPr>
            </a:lvl8pPr>
            <a:lvl9pPr algn="l">
              <a:buNone/>
              <a:defRPr sz="1500" b="0">
                <a:solidFill>
                  <a:srgbClr val="111111"/>
                </a:solidFill>
                <a:latin typeface="Arial" panose="020B0604020202020204"/>
                <a:ea typeface="Arial" panose="020B0604020202020204"/>
                <a:cs typeface="Arial" panose="020B0604020202020204"/>
              </a:defRPr>
            </a:lvl9pPr>
          </a:lstStyle>
          <a:p>
            <a:pPr algn="l">
              <a:buNone/>
              <a:defRPr sz="1500" b="0">
                <a:solidFill>
                  <a:srgbClr val="111111"/>
                </a:solidFill>
                <a:latin typeface="Arial" panose="020B0604020202020204"/>
                <a:ea typeface="Arial" panose="020B0604020202020204"/>
                <a:cs typeface="Arial" panose="020B0604020202020204"/>
              </a:defRPr>
            </a:pPr>
            <a:endParaRPr sz="1500" b="0">
              <a:solidFill>
                <a:srgbClr val="111111"/>
              </a:solidFill>
              <a:latin typeface="Arial" panose="020B0604020202020204"/>
              <a:ea typeface="Arial" panose="020B0604020202020204"/>
              <a:cs typeface="Arial" panose="020B0604020202020204"/>
            </a:endParaRPr>
          </a:p>
        </p:txBody>
      </p:sp>
      <p:sp>
        <p:nvSpPr>
          <p:cNvPr id="13" name="Rectangle 12"/>
          <p:cNvSpPr>
            <a:spLocks noGrp="1"/>
          </p:cNvSpPr>
          <p:nvPr/>
        </p:nvSpPr>
        <p:spPr>
          <a:xfrm>
            <a:off x="7372350" y="2743200"/>
            <a:ext cx="4067175" cy="666750"/>
          </a:xfrm>
          <a:prstGeom prst="rect">
            <a:avLst/>
          </a:prstGeom>
          <a:noFill/>
          <a:ln w="0">
            <a:noFill/>
            <a:prstDash val="solid"/>
          </a:ln>
        </p:spPr>
        <p:txBody>
          <a:bodyPr anchor="ctr"/>
          <a:lstStyle>
            <a:defPPr algn="l">
              <a:defRPr sz="1500" b="0">
                <a:solidFill>
                  <a:srgbClr val="111111"/>
                </a:solidFill>
                <a:latin typeface="Arial" panose="020B0604020202020204"/>
                <a:ea typeface="Arial" panose="020B0604020202020204"/>
                <a:cs typeface="Arial" panose="020B0604020202020204"/>
              </a:defRPr>
            </a:defPPr>
            <a:lvl1pPr algn="l">
              <a:buNone/>
              <a:defRPr sz="1500" b="0">
                <a:solidFill>
                  <a:srgbClr val="111111"/>
                </a:solidFill>
                <a:latin typeface="Arial" panose="020B0604020202020204"/>
                <a:ea typeface="Arial" panose="020B0604020202020204"/>
                <a:cs typeface="Arial" panose="020B0604020202020204"/>
              </a:defRPr>
            </a:lvl1pPr>
            <a:lvl2pPr algn="l">
              <a:buNone/>
              <a:defRPr sz="1500" b="0">
                <a:solidFill>
                  <a:srgbClr val="111111"/>
                </a:solidFill>
                <a:latin typeface="Arial" panose="020B0604020202020204"/>
                <a:ea typeface="Arial" panose="020B0604020202020204"/>
                <a:cs typeface="Arial" panose="020B0604020202020204"/>
              </a:defRPr>
            </a:lvl2pPr>
            <a:lvl3pPr algn="l">
              <a:buNone/>
              <a:defRPr sz="1500" b="0">
                <a:solidFill>
                  <a:srgbClr val="111111"/>
                </a:solidFill>
                <a:latin typeface="Arial" panose="020B0604020202020204"/>
                <a:ea typeface="Arial" panose="020B0604020202020204"/>
                <a:cs typeface="Arial" panose="020B0604020202020204"/>
              </a:defRPr>
            </a:lvl3pPr>
            <a:lvl4pPr algn="l">
              <a:buNone/>
              <a:defRPr sz="1500" b="0">
                <a:solidFill>
                  <a:srgbClr val="111111"/>
                </a:solidFill>
                <a:latin typeface="Arial" panose="020B0604020202020204"/>
                <a:ea typeface="Arial" panose="020B0604020202020204"/>
                <a:cs typeface="Arial" panose="020B0604020202020204"/>
              </a:defRPr>
            </a:lvl4pPr>
            <a:lvl5pPr algn="l">
              <a:buNone/>
              <a:defRPr sz="1500" b="0">
                <a:solidFill>
                  <a:srgbClr val="111111"/>
                </a:solidFill>
                <a:latin typeface="Arial" panose="020B0604020202020204"/>
                <a:ea typeface="Arial" panose="020B0604020202020204"/>
                <a:cs typeface="Arial" panose="020B0604020202020204"/>
              </a:defRPr>
            </a:lvl5pPr>
            <a:lvl6pPr algn="l">
              <a:buNone/>
              <a:defRPr sz="1500" b="0">
                <a:solidFill>
                  <a:srgbClr val="111111"/>
                </a:solidFill>
                <a:latin typeface="Arial" panose="020B0604020202020204"/>
                <a:ea typeface="Arial" panose="020B0604020202020204"/>
                <a:cs typeface="Arial" panose="020B0604020202020204"/>
              </a:defRPr>
            </a:lvl6pPr>
            <a:lvl7pPr algn="l">
              <a:buNone/>
              <a:defRPr sz="1500" b="0">
                <a:solidFill>
                  <a:srgbClr val="111111"/>
                </a:solidFill>
                <a:latin typeface="Arial" panose="020B0604020202020204"/>
                <a:ea typeface="Arial" panose="020B0604020202020204"/>
                <a:cs typeface="Arial" panose="020B0604020202020204"/>
              </a:defRPr>
            </a:lvl7pPr>
            <a:lvl8pPr algn="l">
              <a:buNone/>
              <a:defRPr sz="1500" b="0">
                <a:solidFill>
                  <a:srgbClr val="111111"/>
                </a:solidFill>
                <a:latin typeface="Arial" panose="020B0604020202020204"/>
                <a:ea typeface="Arial" panose="020B0604020202020204"/>
                <a:cs typeface="Arial" panose="020B0604020202020204"/>
              </a:defRPr>
            </a:lvl8pPr>
            <a:lvl9pPr algn="l">
              <a:buNone/>
              <a:defRPr sz="1500" b="0">
                <a:solidFill>
                  <a:srgbClr val="111111"/>
                </a:solidFill>
                <a:latin typeface="Arial" panose="020B0604020202020204"/>
                <a:ea typeface="Arial" panose="020B0604020202020204"/>
                <a:cs typeface="Arial" panose="020B0604020202020204"/>
              </a:defRPr>
            </a:lvl9pPr>
          </a:lstStyle>
          <a:p>
            <a:pPr algn="l">
              <a:buNone/>
              <a:defRPr sz="1500" b="0">
                <a:solidFill>
                  <a:srgbClr val="111111"/>
                </a:solidFill>
                <a:latin typeface="Arial" panose="020B0604020202020204"/>
                <a:ea typeface="Arial" panose="020B0604020202020204"/>
                <a:cs typeface="Arial" panose="020B0604020202020204"/>
              </a:defRPr>
            </a:pPr>
            <a:endParaRPr sz="1500" b="0">
              <a:solidFill>
                <a:srgbClr val="111111"/>
              </a:solidFill>
              <a:latin typeface="Arial" panose="020B0604020202020204"/>
              <a:ea typeface="Arial" panose="020B0604020202020204"/>
              <a:cs typeface="Arial" panose="020B0604020202020204"/>
            </a:endParaRPr>
          </a:p>
        </p:txBody>
      </p:sp>
      <p:sp>
        <p:nvSpPr>
          <p:cNvPr id="17" name="Rectangle 16"/>
          <p:cNvSpPr>
            <a:spLocks noGrp="1"/>
          </p:cNvSpPr>
          <p:nvPr/>
        </p:nvSpPr>
        <p:spPr>
          <a:xfrm>
            <a:off x="7372350" y="3714750"/>
            <a:ext cx="4067175" cy="666750"/>
          </a:xfrm>
          <a:prstGeom prst="rect">
            <a:avLst/>
          </a:prstGeom>
          <a:noFill/>
          <a:ln w="0">
            <a:noFill/>
            <a:prstDash val="solid"/>
          </a:ln>
        </p:spPr>
        <p:txBody>
          <a:bodyPr anchor="ctr"/>
          <a:lstStyle>
            <a:defPPr algn="l">
              <a:defRPr sz="1500" b="0">
                <a:solidFill>
                  <a:srgbClr val="111111"/>
                </a:solidFill>
                <a:latin typeface="Arial" panose="020B0604020202020204"/>
                <a:ea typeface="Arial" panose="020B0604020202020204"/>
                <a:cs typeface="Arial" panose="020B0604020202020204"/>
              </a:defRPr>
            </a:defPPr>
            <a:lvl1pPr algn="l">
              <a:buNone/>
              <a:defRPr sz="1500" b="0">
                <a:solidFill>
                  <a:srgbClr val="111111"/>
                </a:solidFill>
                <a:latin typeface="Arial" panose="020B0604020202020204"/>
                <a:ea typeface="Arial" panose="020B0604020202020204"/>
                <a:cs typeface="Arial" panose="020B0604020202020204"/>
              </a:defRPr>
            </a:lvl1pPr>
            <a:lvl2pPr algn="l">
              <a:buNone/>
              <a:defRPr sz="1500" b="0">
                <a:solidFill>
                  <a:srgbClr val="111111"/>
                </a:solidFill>
                <a:latin typeface="Arial" panose="020B0604020202020204"/>
                <a:ea typeface="Arial" panose="020B0604020202020204"/>
                <a:cs typeface="Arial" panose="020B0604020202020204"/>
              </a:defRPr>
            </a:lvl2pPr>
            <a:lvl3pPr algn="l">
              <a:buNone/>
              <a:defRPr sz="1500" b="0">
                <a:solidFill>
                  <a:srgbClr val="111111"/>
                </a:solidFill>
                <a:latin typeface="Arial" panose="020B0604020202020204"/>
                <a:ea typeface="Arial" panose="020B0604020202020204"/>
                <a:cs typeface="Arial" panose="020B0604020202020204"/>
              </a:defRPr>
            </a:lvl3pPr>
            <a:lvl4pPr algn="l">
              <a:buNone/>
              <a:defRPr sz="1500" b="0">
                <a:solidFill>
                  <a:srgbClr val="111111"/>
                </a:solidFill>
                <a:latin typeface="Arial" panose="020B0604020202020204"/>
                <a:ea typeface="Arial" panose="020B0604020202020204"/>
                <a:cs typeface="Arial" panose="020B0604020202020204"/>
              </a:defRPr>
            </a:lvl4pPr>
            <a:lvl5pPr algn="l">
              <a:buNone/>
              <a:defRPr sz="1500" b="0">
                <a:solidFill>
                  <a:srgbClr val="111111"/>
                </a:solidFill>
                <a:latin typeface="Arial" panose="020B0604020202020204"/>
                <a:ea typeface="Arial" panose="020B0604020202020204"/>
                <a:cs typeface="Arial" panose="020B0604020202020204"/>
              </a:defRPr>
            </a:lvl5pPr>
            <a:lvl6pPr algn="l">
              <a:buNone/>
              <a:defRPr sz="1500" b="0">
                <a:solidFill>
                  <a:srgbClr val="111111"/>
                </a:solidFill>
                <a:latin typeface="Arial" panose="020B0604020202020204"/>
                <a:ea typeface="Arial" panose="020B0604020202020204"/>
                <a:cs typeface="Arial" panose="020B0604020202020204"/>
              </a:defRPr>
            </a:lvl6pPr>
            <a:lvl7pPr algn="l">
              <a:buNone/>
              <a:defRPr sz="1500" b="0">
                <a:solidFill>
                  <a:srgbClr val="111111"/>
                </a:solidFill>
                <a:latin typeface="Arial" panose="020B0604020202020204"/>
                <a:ea typeface="Arial" panose="020B0604020202020204"/>
                <a:cs typeface="Arial" panose="020B0604020202020204"/>
              </a:defRPr>
            </a:lvl7pPr>
            <a:lvl8pPr algn="l">
              <a:buNone/>
              <a:defRPr sz="1500" b="0">
                <a:solidFill>
                  <a:srgbClr val="111111"/>
                </a:solidFill>
                <a:latin typeface="Arial" panose="020B0604020202020204"/>
                <a:ea typeface="Arial" panose="020B0604020202020204"/>
                <a:cs typeface="Arial" panose="020B0604020202020204"/>
              </a:defRPr>
            </a:lvl8pPr>
            <a:lvl9pPr algn="l">
              <a:buNone/>
              <a:defRPr sz="1500" b="0">
                <a:solidFill>
                  <a:srgbClr val="111111"/>
                </a:solidFill>
                <a:latin typeface="Arial" panose="020B0604020202020204"/>
                <a:ea typeface="Arial" panose="020B0604020202020204"/>
                <a:cs typeface="Arial" panose="020B0604020202020204"/>
              </a:defRPr>
            </a:lvl9pPr>
          </a:lstStyle>
          <a:p>
            <a:pPr algn="l">
              <a:buNone/>
              <a:defRPr sz="1500" b="0">
                <a:solidFill>
                  <a:srgbClr val="111111"/>
                </a:solidFill>
                <a:latin typeface="Arial" panose="020B0604020202020204"/>
                <a:ea typeface="Arial" panose="020B0604020202020204"/>
                <a:cs typeface="Arial" panose="020B0604020202020204"/>
              </a:defRPr>
            </a:pPr>
            <a:endParaRPr sz="1500" b="0">
              <a:solidFill>
                <a:srgbClr val="111111"/>
              </a:solidFill>
              <a:latin typeface="Arial" panose="020B0604020202020204"/>
              <a:ea typeface="Arial" panose="020B0604020202020204"/>
              <a:cs typeface="Arial" panose="020B0604020202020204"/>
            </a:endParaRPr>
          </a:p>
        </p:txBody>
      </p:sp>
      <p:sp>
        <p:nvSpPr>
          <p:cNvPr id="20" name="Rectangle 19"/>
          <p:cNvSpPr>
            <a:spLocks noGrp="1"/>
          </p:cNvSpPr>
          <p:nvPr/>
        </p:nvSpPr>
        <p:spPr>
          <a:xfrm>
            <a:off x="3667125" y="4686300"/>
            <a:ext cx="3524250" cy="666750"/>
          </a:xfrm>
          <a:prstGeom prst="rect">
            <a:avLst/>
          </a:prstGeom>
          <a:noFill/>
          <a:ln w="0">
            <a:noFill/>
            <a:prstDash val="solid"/>
          </a:ln>
        </p:spPr>
        <p:txBody>
          <a:bodyPr anchor="ctr"/>
          <a:lstStyle>
            <a:defPPr algn="l">
              <a:defRPr sz="1500" b="0">
                <a:solidFill>
                  <a:srgbClr val="4D4D4D"/>
                </a:solidFill>
                <a:latin typeface="Arial" panose="020B0604020202020204"/>
                <a:ea typeface="Arial" panose="020B0604020202020204"/>
                <a:cs typeface="Arial" panose="020B0604020202020204"/>
              </a:defRPr>
            </a:defPPr>
            <a:lvl1pPr algn="l">
              <a:buNone/>
              <a:defRPr sz="1500" b="0">
                <a:solidFill>
                  <a:srgbClr val="4D4D4D"/>
                </a:solidFill>
                <a:latin typeface="Arial" panose="020B0604020202020204"/>
                <a:ea typeface="Arial" panose="020B0604020202020204"/>
                <a:cs typeface="Arial" panose="020B0604020202020204"/>
              </a:defRPr>
            </a:lvl1pPr>
            <a:lvl2pPr algn="l">
              <a:buNone/>
              <a:defRPr sz="1500" b="0">
                <a:solidFill>
                  <a:srgbClr val="4D4D4D"/>
                </a:solidFill>
                <a:latin typeface="Arial" panose="020B0604020202020204"/>
                <a:ea typeface="Arial" panose="020B0604020202020204"/>
                <a:cs typeface="Arial" panose="020B0604020202020204"/>
              </a:defRPr>
            </a:lvl2pPr>
            <a:lvl3pPr algn="l">
              <a:buNone/>
              <a:defRPr sz="1500" b="0">
                <a:solidFill>
                  <a:srgbClr val="4D4D4D"/>
                </a:solidFill>
                <a:latin typeface="Arial" panose="020B0604020202020204"/>
                <a:ea typeface="Arial" panose="020B0604020202020204"/>
                <a:cs typeface="Arial" panose="020B0604020202020204"/>
              </a:defRPr>
            </a:lvl3pPr>
            <a:lvl4pPr algn="l">
              <a:buNone/>
              <a:defRPr sz="1500" b="0">
                <a:solidFill>
                  <a:srgbClr val="4D4D4D"/>
                </a:solidFill>
                <a:latin typeface="Arial" panose="020B0604020202020204"/>
                <a:ea typeface="Arial" panose="020B0604020202020204"/>
                <a:cs typeface="Arial" panose="020B0604020202020204"/>
              </a:defRPr>
            </a:lvl4pPr>
            <a:lvl5pPr algn="l">
              <a:buNone/>
              <a:defRPr sz="1500" b="0">
                <a:solidFill>
                  <a:srgbClr val="4D4D4D"/>
                </a:solidFill>
                <a:latin typeface="Arial" panose="020B0604020202020204"/>
                <a:ea typeface="Arial" panose="020B0604020202020204"/>
                <a:cs typeface="Arial" panose="020B0604020202020204"/>
              </a:defRPr>
            </a:lvl5pPr>
            <a:lvl6pPr algn="l">
              <a:buNone/>
              <a:defRPr sz="1500" b="0">
                <a:solidFill>
                  <a:srgbClr val="4D4D4D"/>
                </a:solidFill>
                <a:latin typeface="Arial" panose="020B0604020202020204"/>
                <a:ea typeface="Arial" panose="020B0604020202020204"/>
                <a:cs typeface="Arial" panose="020B0604020202020204"/>
              </a:defRPr>
            </a:lvl6pPr>
            <a:lvl7pPr algn="l">
              <a:buNone/>
              <a:defRPr sz="1500" b="0">
                <a:solidFill>
                  <a:srgbClr val="4D4D4D"/>
                </a:solidFill>
                <a:latin typeface="Arial" panose="020B0604020202020204"/>
                <a:ea typeface="Arial" panose="020B0604020202020204"/>
                <a:cs typeface="Arial" panose="020B0604020202020204"/>
              </a:defRPr>
            </a:lvl7pPr>
            <a:lvl8pPr algn="l">
              <a:buNone/>
              <a:defRPr sz="1500" b="0">
                <a:solidFill>
                  <a:srgbClr val="4D4D4D"/>
                </a:solidFill>
                <a:latin typeface="Arial" panose="020B0604020202020204"/>
                <a:ea typeface="Arial" panose="020B0604020202020204"/>
                <a:cs typeface="Arial" panose="020B0604020202020204"/>
              </a:defRPr>
            </a:lvl8pPr>
            <a:lvl9pPr algn="l">
              <a:buNone/>
              <a:defRPr sz="1500" b="0">
                <a:solidFill>
                  <a:srgbClr val="4D4D4D"/>
                </a:solidFill>
                <a:latin typeface="Arial" panose="020B0604020202020204"/>
                <a:ea typeface="Arial" panose="020B0604020202020204"/>
                <a:cs typeface="Arial" panose="020B0604020202020204"/>
              </a:defRPr>
            </a:lvl9pPr>
          </a:lstStyle>
          <a:p>
            <a:pPr algn="l">
              <a:buNone/>
              <a:defRPr sz="1500" b="0">
                <a:solidFill>
                  <a:srgbClr val="4D4D4D"/>
                </a:solidFill>
                <a:latin typeface="Arial" panose="020B0604020202020204"/>
                <a:ea typeface="Arial" panose="020B0604020202020204"/>
                <a:cs typeface="Arial" panose="020B0604020202020204"/>
              </a:defRPr>
            </a:pPr>
            <a:endParaRPr sz="1500" b="0">
              <a:solidFill>
                <a:srgbClr val="4D4D4D"/>
              </a:solidFill>
              <a:latin typeface="Arial" panose="020B0604020202020204"/>
              <a:ea typeface="Arial" panose="020B0604020202020204"/>
              <a:cs typeface="Arial" panose="020B0604020202020204"/>
            </a:endParaRPr>
          </a:p>
        </p:txBody>
      </p:sp>
      <p:sp>
        <p:nvSpPr>
          <p:cNvPr id="21" name="Rectangle 20"/>
          <p:cNvSpPr>
            <a:spLocks noGrp="1"/>
          </p:cNvSpPr>
          <p:nvPr/>
        </p:nvSpPr>
        <p:spPr>
          <a:xfrm>
            <a:off x="7372350" y="4686300"/>
            <a:ext cx="4067175" cy="666750"/>
          </a:xfrm>
          <a:prstGeom prst="rect">
            <a:avLst/>
          </a:prstGeom>
          <a:noFill/>
          <a:ln w="0">
            <a:noFill/>
            <a:prstDash val="solid"/>
          </a:ln>
        </p:spPr>
        <p:txBody>
          <a:bodyPr anchor="ctr"/>
          <a:lstStyle>
            <a:defPPr algn="l">
              <a:defRPr sz="1500" b="0">
                <a:solidFill>
                  <a:srgbClr val="111111"/>
                </a:solidFill>
                <a:latin typeface="Arial" panose="020B0604020202020204"/>
                <a:ea typeface="Arial" panose="020B0604020202020204"/>
                <a:cs typeface="Arial" panose="020B0604020202020204"/>
              </a:defRPr>
            </a:defPPr>
            <a:lvl1pPr algn="l">
              <a:buNone/>
              <a:defRPr sz="1500" b="0">
                <a:solidFill>
                  <a:srgbClr val="111111"/>
                </a:solidFill>
                <a:latin typeface="Arial" panose="020B0604020202020204"/>
                <a:ea typeface="Arial" panose="020B0604020202020204"/>
                <a:cs typeface="Arial" panose="020B0604020202020204"/>
              </a:defRPr>
            </a:lvl1pPr>
            <a:lvl2pPr algn="l">
              <a:buNone/>
              <a:defRPr sz="1500" b="0">
                <a:solidFill>
                  <a:srgbClr val="111111"/>
                </a:solidFill>
                <a:latin typeface="Arial" panose="020B0604020202020204"/>
                <a:ea typeface="Arial" panose="020B0604020202020204"/>
                <a:cs typeface="Arial" panose="020B0604020202020204"/>
              </a:defRPr>
            </a:lvl2pPr>
            <a:lvl3pPr algn="l">
              <a:buNone/>
              <a:defRPr sz="1500" b="0">
                <a:solidFill>
                  <a:srgbClr val="111111"/>
                </a:solidFill>
                <a:latin typeface="Arial" panose="020B0604020202020204"/>
                <a:ea typeface="Arial" panose="020B0604020202020204"/>
                <a:cs typeface="Arial" panose="020B0604020202020204"/>
              </a:defRPr>
            </a:lvl3pPr>
            <a:lvl4pPr algn="l">
              <a:buNone/>
              <a:defRPr sz="1500" b="0">
                <a:solidFill>
                  <a:srgbClr val="111111"/>
                </a:solidFill>
                <a:latin typeface="Arial" panose="020B0604020202020204"/>
                <a:ea typeface="Arial" panose="020B0604020202020204"/>
                <a:cs typeface="Arial" panose="020B0604020202020204"/>
              </a:defRPr>
            </a:lvl4pPr>
            <a:lvl5pPr algn="l">
              <a:buNone/>
              <a:defRPr sz="1500" b="0">
                <a:solidFill>
                  <a:srgbClr val="111111"/>
                </a:solidFill>
                <a:latin typeface="Arial" panose="020B0604020202020204"/>
                <a:ea typeface="Arial" panose="020B0604020202020204"/>
                <a:cs typeface="Arial" panose="020B0604020202020204"/>
              </a:defRPr>
            </a:lvl5pPr>
            <a:lvl6pPr algn="l">
              <a:buNone/>
              <a:defRPr sz="1500" b="0">
                <a:solidFill>
                  <a:srgbClr val="111111"/>
                </a:solidFill>
                <a:latin typeface="Arial" panose="020B0604020202020204"/>
                <a:ea typeface="Arial" panose="020B0604020202020204"/>
                <a:cs typeface="Arial" panose="020B0604020202020204"/>
              </a:defRPr>
            </a:lvl6pPr>
            <a:lvl7pPr algn="l">
              <a:buNone/>
              <a:defRPr sz="1500" b="0">
                <a:solidFill>
                  <a:srgbClr val="111111"/>
                </a:solidFill>
                <a:latin typeface="Arial" panose="020B0604020202020204"/>
                <a:ea typeface="Arial" panose="020B0604020202020204"/>
                <a:cs typeface="Arial" panose="020B0604020202020204"/>
              </a:defRPr>
            </a:lvl7pPr>
            <a:lvl8pPr algn="l">
              <a:buNone/>
              <a:defRPr sz="1500" b="0">
                <a:solidFill>
                  <a:srgbClr val="111111"/>
                </a:solidFill>
                <a:latin typeface="Arial" panose="020B0604020202020204"/>
                <a:ea typeface="Arial" panose="020B0604020202020204"/>
                <a:cs typeface="Arial" panose="020B0604020202020204"/>
              </a:defRPr>
            </a:lvl8pPr>
            <a:lvl9pPr algn="l">
              <a:buNone/>
              <a:defRPr sz="1500" b="0">
                <a:solidFill>
                  <a:srgbClr val="111111"/>
                </a:solidFill>
                <a:latin typeface="Arial" panose="020B0604020202020204"/>
                <a:ea typeface="Arial" panose="020B0604020202020204"/>
                <a:cs typeface="Arial" panose="020B0604020202020204"/>
              </a:defRPr>
            </a:lvl9pPr>
          </a:lstStyle>
          <a:p>
            <a:pPr algn="l">
              <a:buNone/>
              <a:defRPr sz="1500" b="0">
                <a:solidFill>
                  <a:srgbClr val="111111"/>
                </a:solidFill>
                <a:latin typeface="Arial" panose="020B0604020202020204"/>
                <a:ea typeface="Arial" panose="020B0604020202020204"/>
                <a:cs typeface="Arial" panose="020B0604020202020204"/>
              </a:defRPr>
            </a:pPr>
            <a:endParaRPr sz="1500" b="0">
              <a:solidFill>
                <a:srgbClr val="111111"/>
              </a:solidFill>
              <a:latin typeface="Arial" panose="020B0604020202020204"/>
              <a:ea typeface="Arial" panose="020B0604020202020204"/>
              <a:cs typeface="Arial" panose="020B0604020202020204"/>
            </a:endParaRPr>
          </a:p>
        </p:txBody>
      </p:sp>
      <p:sp>
        <p:nvSpPr>
          <p:cNvPr id="22" name="Rectangle 21"/>
          <p:cNvSpPr>
            <a:spLocks noGrp="1"/>
          </p:cNvSpPr>
          <p:nvPr/>
        </p:nvSpPr>
        <p:spPr>
          <a:xfrm>
            <a:off x="581025" y="5972175"/>
            <a:ext cx="10972800" cy="514350"/>
          </a:xfrm>
          <a:prstGeom prst="rect">
            <a:avLst/>
          </a:prstGeom>
          <a:noFill/>
          <a:ln w="0">
            <a:noFill/>
            <a:prstDash val="solid"/>
          </a:ln>
        </p:spPr>
        <p:txBody>
          <a:bodyPr anchor="ctr"/>
          <a:lstStyle>
            <a:defPPr algn="l">
              <a:defRPr sz="1350" b="0">
                <a:solidFill>
                  <a:srgbClr val="4D4D4D"/>
                </a:solidFill>
                <a:latin typeface="Arial" panose="020B0604020202020204"/>
                <a:ea typeface="Arial" panose="020B0604020202020204"/>
                <a:cs typeface="Arial" panose="020B0604020202020204"/>
              </a:defRPr>
            </a:defPPr>
            <a:lvl1pPr algn="l">
              <a:buNone/>
              <a:defRPr sz="1350" b="0">
                <a:solidFill>
                  <a:srgbClr val="4D4D4D"/>
                </a:solidFill>
                <a:latin typeface="Arial" panose="020B0604020202020204"/>
                <a:ea typeface="Arial" panose="020B0604020202020204"/>
                <a:cs typeface="Arial" panose="020B0604020202020204"/>
              </a:defRPr>
            </a:lvl1pPr>
            <a:lvl2pPr algn="l">
              <a:buNone/>
              <a:defRPr sz="1350" b="0">
                <a:solidFill>
                  <a:srgbClr val="4D4D4D"/>
                </a:solidFill>
                <a:latin typeface="Arial" panose="020B0604020202020204"/>
                <a:ea typeface="Arial" panose="020B0604020202020204"/>
                <a:cs typeface="Arial" panose="020B0604020202020204"/>
              </a:defRPr>
            </a:lvl2pPr>
            <a:lvl3pPr algn="l">
              <a:buNone/>
              <a:defRPr sz="1350" b="0">
                <a:solidFill>
                  <a:srgbClr val="4D4D4D"/>
                </a:solidFill>
                <a:latin typeface="Arial" panose="020B0604020202020204"/>
                <a:ea typeface="Arial" panose="020B0604020202020204"/>
                <a:cs typeface="Arial" panose="020B0604020202020204"/>
              </a:defRPr>
            </a:lvl3pPr>
            <a:lvl4pPr algn="l">
              <a:buNone/>
              <a:defRPr sz="1350" b="0">
                <a:solidFill>
                  <a:srgbClr val="4D4D4D"/>
                </a:solidFill>
                <a:latin typeface="Arial" panose="020B0604020202020204"/>
                <a:ea typeface="Arial" panose="020B0604020202020204"/>
                <a:cs typeface="Arial" panose="020B0604020202020204"/>
              </a:defRPr>
            </a:lvl4pPr>
            <a:lvl5pPr algn="l">
              <a:buNone/>
              <a:defRPr sz="1350" b="0">
                <a:solidFill>
                  <a:srgbClr val="4D4D4D"/>
                </a:solidFill>
                <a:latin typeface="Arial" panose="020B0604020202020204"/>
                <a:ea typeface="Arial" panose="020B0604020202020204"/>
                <a:cs typeface="Arial" panose="020B0604020202020204"/>
              </a:defRPr>
            </a:lvl5pPr>
            <a:lvl6pPr algn="l">
              <a:buNone/>
              <a:defRPr sz="1350" b="0">
                <a:solidFill>
                  <a:srgbClr val="4D4D4D"/>
                </a:solidFill>
                <a:latin typeface="Arial" panose="020B0604020202020204"/>
                <a:ea typeface="Arial" panose="020B0604020202020204"/>
                <a:cs typeface="Arial" panose="020B0604020202020204"/>
              </a:defRPr>
            </a:lvl6pPr>
            <a:lvl7pPr algn="l">
              <a:buNone/>
              <a:defRPr sz="1350" b="0">
                <a:solidFill>
                  <a:srgbClr val="4D4D4D"/>
                </a:solidFill>
                <a:latin typeface="Arial" panose="020B0604020202020204"/>
                <a:ea typeface="Arial" panose="020B0604020202020204"/>
                <a:cs typeface="Arial" panose="020B0604020202020204"/>
              </a:defRPr>
            </a:lvl7pPr>
            <a:lvl8pPr algn="l">
              <a:buNone/>
              <a:defRPr sz="1350" b="0">
                <a:solidFill>
                  <a:srgbClr val="4D4D4D"/>
                </a:solidFill>
                <a:latin typeface="Arial" panose="020B0604020202020204"/>
                <a:ea typeface="Arial" panose="020B0604020202020204"/>
                <a:cs typeface="Arial" panose="020B0604020202020204"/>
              </a:defRPr>
            </a:lvl8pPr>
            <a:lvl9pPr algn="l">
              <a:buNone/>
              <a:defRPr sz="1350" b="0">
                <a:solidFill>
                  <a:srgbClr val="4D4D4D"/>
                </a:solidFill>
                <a:latin typeface="Arial" panose="020B0604020202020204"/>
                <a:ea typeface="Arial" panose="020B0604020202020204"/>
                <a:cs typeface="Arial" panose="020B0604020202020204"/>
              </a:defRPr>
            </a:lvl9pPr>
          </a:lstStyle>
          <a:p>
            <a:pPr algn="l">
              <a:buNone/>
              <a:defRPr sz="1350" b="0">
                <a:solidFill>
                  <a:srgbClr val="4D4D4D"/>
                </a:solidFill>
                <a:latin typeface="Arial" panose="020B0604020202020204"/>
                <a:ea typeface="Arial" panose="020B0604020202020204"/>
                <a:cs typeface="Arial" panose="020B0604020202020204"/>
              </a:defRPr>
            </a:pPr>
            <a:endParaRPr sz="1350" b="0">
              <a:solidFill>
                <a:srgbClr val="4D4D4D"/>
              </a:solidFill>
              <a:latin typeface="Arial" panose="020B0604020202020204"/>
              <a:ea typeface="Arial" panose="020B0604020202020204"/>
              <a:cs typeface="Arial" panose="020B0604020202020204"/>
            </a:endParaRPr>
          </a:p>
        </p:txBody>
      </p:sp>
      <p:sp>
        <p:nvSpPr>
          <p:cNvPr id="24" name="Text Box 23"/>
          <p:cNvSpPr txBox="1"/>
          <p:nvPr/>
        </p:nvSpPr>
        <p:spPr>
          <a:xfrm>
            <a:off x="695325" y="1196975"/>
            <a:ext cx="8148955" cy="3169285"/>
          </a:xfrm>
          <a:prstGeom prst="rect">
            <a:avLst/>
          </a:prstGeom>
        </p:spPr>
        <p:txBody>
          <a:bodyPr wrap="square">
            <a:spAutoFit/>
          </a:bodyPr>
          <a:p>
            <a:pPr marL="342900" indent="-342900">
              <a:buFont typeface="Arial" panose="020B0604020202020204" pitchFamily="34" charset="0"/>
              <a:buChar char="•"/>
            </a:pPr>
            <a:r>
              <a:rPr lang="en-US" altLang="zh-CN" sz="2000" b="1"/>
              <a:t>Tăng tính tương tác</a:t>
            </a:r>
            <a:r>
              <a:rPr lang="en-US" altLang="zh-CN" sz="2000"/>
              <a:t>: Điều khiển ứng dụng bằng thao tác nghiêng, lắc và xoay điện thoại.</a:t>
            </a:r>
            <a:endParaRPr lang="en-US" altLang="zh-CN" sz="2000"/>
          </a:p>
          <a:p>
            <a:pPr marL="342900" indent="-342900">
              <a:buFont typeface="Arial" panose="020B0604020202020204" pitchFamily="34" charset="0"/>
              <a:buChar char="•"/>
            </a:pPr>
            <a:endParaRPr lang="en-US" altLang="zh-CN" sz="2000"/>
          </a:p>
          <a:p>
            <a:pPr marL="342900" indent="-342900">
              <a:buFont typeface="Arial" panose="020B0604020202020204" pitchFamily="34" charset="0"/>
              <a:buChar char="•"/>
            </a:pPr>
            <a:r>
              <a:rPr lang="en-US" altLang="zh-CN" sz="2000" b="1"/>
              <a:t>Làm game sinh động hơn</a:t>
            </a:r>
            <a:r>
              <a:rPr lang="en-US" altLang="zh-CN" sz="2000"/>
              <a:t>: Chuyển động của thiết bị tác động trực tiếp đến nhân vật hoặc góc nhìn.</a:t>
            </a:r>
            <a:endParaRPr lang="en-US" altLang="zh-CN" sz="2000"/>
          </a:p>
          <a:p>
            <a:pPr marL="342900" indent="-342900">
              <a:buFont typeface="Arial" panose="020B0604020202020204" pitchFamily="34" charset="0"/>
              <a:buChar char="•"/>
            </a:pPr>
            <a:endParaRPr lang="en-US" altLang="zh-CN" sz="2000"/>
          </a:p>
          <a:p>
            <a:pPr marL="342900" indent="-342900">
              <a:buFont typeface="Arial" panose="020B0604020202020204" pitchFamily="34" charset="0"/>
              <a:buChar char="•"/>
            </a:pPr>
            <a:r>
              <a:rPr lang="en-US" altLang="zh-CN" sz="2000" b="1"/>
              <a:t>Hỗ trợ theo dõi vận động</a:t>
            </a:r>
            <a:r>
              <a:rPr lang="en-US" altLang="zh-CN" sz="2000"/>
              <a:t>: Ghi nhận bước đi và hoạt động thể chất.</a:t>
            </a:r>
            <a:endParaRPr lang="en-US" altLang="zh-CN" sz="2000"/>
          </a:p>
          <a:p>
            <a:pPr marL="342900" indent="-342900">
              <a:buFont typeface="Arial" panose="020B0604020202020204" pitchFamily="34" charset="0"/>
              <a:buChar char="•"/>
            </a:pPr>
            <a:endParaRPr lang="en-US" altLang="zh-CN" sz="2000"/>
          </a:p>
          <a:p>
            <a:pPr marL="342900" indent="-342900">
              <a:buFont typeface="Arial" panose="020B0604020202020204" pitchFamily="34" charset="0"/>
              <a:buChar char="•"/>
            </a:pPr>
            <a:r>
              <a:rPr lang="en-US" altLang="zh-CN" sz="2000" b="1"/>
              <a:t>Xác định tư thế thiết bị</a:t>
            </a:r>
            <a:r>
              <a:rPr lang="en-US" altLang="zh-CN" sz="2000"/>
              <a:t>: Phục vụ điều hướng, AR và VR.</a:t>
            </a:r>
            <a:endParaRPr lang="en-US" altLang="zh-CN" sz="20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0" name="Rectangle 19"/>
          <p:cNvSpPr>
            <a:spLocks noGrp="1"/>
          </p:cNvSpPr>
          <p:nvPr/>
        </p:nvSpPr>
        <p:spPr>
          <a:xfrm>
            <a:off x="342900" y="152400"/>
            <a:ext cx="11401425" cy="466725"/>
          </a:xfrm>
          <a:prstGeom prst="rect">
            <a:avLst/>
          </a:prstGeom>
          <a:noFill/>
          <a:ln w="0">
            <a:noFill/>
            <a:prstDash val="solid"/>
          </a:ln>
        </p:spPr>
        <p:txBody>
          <a:bodyPr anchor="ctr"/>
          <a:lstStyle>
            <a:defPPr algn="l">
              <a:defRPr sz="2175" b="1">
                <a:solidFill>
                  <a:srgbClr val="111111"/>
                </a:solidFill>
                <a:latin typeface="Arial" panose="020B0604020202020204"/>
                <a:ea typeface="Arial" panose="020B0604020202020204"/>
                <a:cs typeface="Arial" panose="020B0604020202020204"/>
              </a:defRPr>
            </a:defPPr>
            <a:lvl1pPr algn="l">
              <a:buNone/>
              <a:defRPr sz="2175" b="1">
                <a:solidFill>
                  <a:srgbClr val="111111"/>
                </a:solidFill>
                <a:latin typeface="Arial" panose="020B0604020202020204"/>
                <a:ea typeface="Arial" panose="020B0604020202020204"/>
                <a:cs typeface="Arial" panose="020B0604020202020204"/>
              </a:defRPr>
            </a:lvl1pPr>
            <a:lvl2pPr algn="l">
              <a:buNone/>
              <a:defRPr sz="2175" b="1">
                <a:solidFill>
                  <a:srgbClr val="111111"/>
                </a:solidFill>
                <a:latin typeface="Arial" panose="020B0604020202020204"/>
                <a:ea typeface="Arial" panose="020B0604020202020204"/>
                <a:cs typeface="Arial" panose="020B0604020202020204"/>
              </a:defRPr>
            </a:lvl2pPr>
            <a:lvl3pPr algn="l">
              <a:buNone/>
              <a:defRPr sz="2175" b="1">
                <a:solidFill>
                  <a:srgbClr val="111111"/>
                </a:solidFill>
                <a:latin typeface="Arial" panose="020B0604020202020204"/>
                <a:ea typeface="Arial" panose="020B0604020202020204"/>
                <a:cs typeface="Arial" panose="020B0604020202020204"/>
              </a:defRPr>
            </a:lvl3pPr>
            <a:lvl4pPr algn="l">
              <a:buNone/>
              <a:defRPr sz="2175" b="1">
                <a:solidFill>
                  <a:srgbClr val="111111"/>
                </a:solidFill>
                <a:latin typeface="Arial" panose="020B0604020202020204"/>
                <a:ea typeface="Arial" panose="020B0604020202020204"/>
                <a:cs typeface="Arial" panose="020B0604020202020204"/>
              </a:defRPr>
            </a:lvl4pPr>
            <a:lvl5pPr algn="l">
              <a:buNone/>
              <a:defRPr sz="2175" b="1">
                <a:solidFill>
                  <a:srgbClr val="111111"/>
                </a:solidFill>
                <a:latin typeface="Arial" panose="020B0604020202020204"/>
                <a:ea typeface="Arial" panose="020B0604020202020204"/>
                <a:cs typeface="Arial" panose="020B0604020202020204"/>
              </a:defRPr>
            </a:lvl5pPr>
            <a:lvl6pPr algn="l">
              <a:buNone/>
              <a:defRPr sz="2175" b="1">
                <a:solidFill>
                  <a:srgbClr val="111111"/>
                </a:solidFill>
                <a:latin typeface="Arial" panose="020B0604020202020204"/>
                <a:ea typeface="Arial" panose="020B0604020202020204"/>
                <a:cs typeface="Arial" panose="020B0604020202020204"/>
              </a:defRPr>
            </a:lvl6pPr>
            <a:lvl7pPr algn="l">
              <a:buNone/>
              <a:defRPr sz="2175" b="1">
                <a:solidFill>
                  <a:srgbClr val="111111"/>
                </a:solidFill>
                <a:latin typeface="Arial" panose="020B0604020202020204"/>
                <a:ea typeface="Arial" panose="020B0604020202020204"/>
                <a:cs typeface="Arial" panose="020B0604020202020204"/>
              </a:defRPr>
            </a:lvl7pPr>
            <a:lvl8pPr algn="l">
              <a:buNone/>
              <a:defRPr sz="2175" b="1">
                <a:solidFill>
                  <a:srgbClr val="111111"/>
                </a:solidFill>
                <a:latin typeface="Arial" panose="020B0604020202020204"/>
                <a:ea typeface="Arial" panose="020B0604020202020204"/>
                <a:cs typeface="Arial" panose="020B0604020202020204"/>
              </a:defRPr>
            </a:lvl8pPr>
            <a:lvl9pPr algn="l">
              <a:buNone/>
              <a:defRPr sz="2175" b="1">
                <a:solidFill>
                  <a:srgbClr val="111111"/>
                </a:solidFill>
                <a:latin typeface="Arial" panose="020B0604020202020204"/>
                <a:ea typeface="Arial" panose="020B0604020202020204"/>
                <a:cs typeface="Arial" panose="020B0604020202020204"/>
              </a:defRPr>
            </a:lvl9pPr>
          </a:lstStyle>
          <a:p>
            <a:pPr algn="l">
              <a:buNone/>
              <a:defRPr sz="2175" b="1">
                <a:solidFill>
                  <a:srgbClr val="111111"/>
                </a:solidFill>
                <a:latin typeface="Arial" panose="020B0604020202020204"/>
                <a:ea typeface="Arial" panose="020B0604020202020204"/>
                <a:cs typeface="Arial" panose="020B0604020202020204"/>
              </a:defRPr>
            </a:pPr>
            <a:r>
              <a:rPr sz="2175" b="1">
                <a:solidFill>
                  <a:srgbClr val="111111"/>
                </a:solidFill>
                <a:latin typeface="Arial" panose="020B0604020202020204"/>
                <a:ea typeface="Arial" panose="020B0604020202020204"/>
                <a:cs typeface="Arial" panose="020B0604020202020204"/>
              </a:rPr>
              <a:t>6. Demo Smart Sensor</a:t>
            </a:r>
            <a:endParaRPr sz="2175" b="1">
              <a:solidFill>
                <a:srgbClr val="111111"/>
              </a:solidFill>
              <a:latin typeface="Arial" panose="020B0604020202020204"/>
              <a:ea typeface="Arial" panose="020B0604020202020204"/>
              <a:cs typeface="Arial" panose="020B0604020202020204"/>
            </a:endParaRPr>
          </a:p>
        </p:txBody>
      </p:sp>
      <p:sp>
        <p:nvSpPr>
          <p:cNvPr id="2" name="Rectangle 1"/>
          <p:cNvSpPr>
            <a:spLocks noGrp="1"/>
          </p:cNvSpPr>
          <p:nvPr/>
        </p:nvSpPr>
        <p:spPr>
          <a:xfrm>
            <a:off x="0" y="666750"/>
            <a:ext cx="12192000" cy="95250"/>
          </a:xfrm>
          <a:prstGeom prst="rect">
            <a:avLst/>
          </a:prstGeom>
          <a:solidFill>
            <a:srgbClr val="4E8DF6"/>
          </a:solidFill>
          <a:ln w="9525">
            <a:solidFill>
              <a:srgbClr val="4E8DF6"/>
            </a:solidFill>
            <a:prstDash val="solid"/>
          </a:ln>
        </p:spPr>
      </p:sp>
      <p:sp>
        <p:nvSpPr>
          <p:cNvPr id="21" name="Rectangle 20"/>
          <p:cNvSpPr>
            <a:spLocks noGrp="1"/>
          </p:cNvSpPr>
          <p:nvPr/>
        </p:nvSpPr>
        <p:spPr>
          <a:xfrm>
            <a:off x="619125" y="1190625"/>
            <a:ext cx="2667000" cy="438150"/>
          </a:xfrm>
          <a:prstGeom prst="rect">
            <a:avLst/>
          </a:prstGeom>
          <a:noFill/>
          <a:ln w="0">
            <a:noFill/>
            <a:prstDash val="solid"/>
          </a:ln>
        </p:spPr>
        <p:txBody>
          <a:bodyPr/>
          <a:lstStyle>
            <a:defPPr>
              <a:defRPr sz="1425" b="1">
                <a:solidFill>
                  <a:srgbClr val="F20D0D"/>
                </a:solidFill>
                <a:latin typeface="Arial" panose="020B0604020202020204"/>
                <a:ea typeface="Arial" panose="020B0604020202020204"/>
                <a:cs typeface="Arial" panose="020B0604020202020204"/>
              </a:defRPr>
            </a:defPPr>
            <a:lvl1pPr>
              <a:buNone/>
              <a:defRPr sz="1425" b="1">
                <a:solidFill>
                  <a:srgbClr val="F20D0D"/>
                </a:solidFill>
                <a:latin typeface="Arial" panose="020B0604020202020204"/>
                <a:ea typeface="Arial" panose="020B0604020202020204"/>
                <a:cs typeface="Arial" panose="020B0604020202020204"/>
              </a:defRPr>
            </a:lvl1pPr>
            <a:lvl2pPr>
              <a:buNone/>
              <a:defRPr sz="1425" b="1">
                <a:solidFill>
                  <a:srgbClr val="F20D0D"/>
                </a:solidFill>
                <a:latin typeface="Arial" panose="020B0604020202020204"/>
                <a:ea typeface="Arial" panose="020B0604020202020204"/>
                <a:cs typeface="Arial" panose="020B0604020202020204"/>
              </a:defRPr>
            </a:lvl2pPr>
            <a:lvl3pPr>
              <a:buNone/>
              <a:defRPr sz="1425" b="1">
                <a:solidFill>
                  <a:srgbClr val="F20D0D"/>
                </a:solidFill>
                <a:latin typeface="Arial" panose="020B0604020202020204"/>
                <a:ea typeface="Arial" panose="020B0604020202020204"/>
                <a:cs typeface="Arial" panose="020B0604020202020204"/>
              </a:defRPr>
            </a:lvl3pPr>
            <a:lvl4pPr>
              <a:buNone/>
              <a:defRPr sz="1425" b="1">
                <a:solidFill>
                  <a:srgbClr val="F20D0D"/>
                </a:solidFill>
                <a:latin typeface="Arial" panose="020B0604020202020204"/>
                <a:ea typeface="Arial" panose="020B0604020202020204"/>
                <a:cs typeface="Arial" panose="020B0604020202020204"/>
              </a:defRPr>
            </a:lvl4pPr>
            <a:lvl5pPr>
              <a:buNone/>
              <a:defRPr sz="1425" b="1">
                <a:solidFill>
                  <a:srgbClr val="F20D0D"/>
                </a:solidFill>
                <a:latin typeface="Arial" panose="020B0604020202020204"/>
                <a:ea typeface="Arial" panose="020B0604020202020204"/>
                <a:cs typeface="Arial" panose="020B0604020202020204"/>
              </a:defRPr>
            </a:lvl5pPr>
            <a:lvl6pPr>
              <a:buNone/>
              <a:defRPr sz="1425" b="1">
                <a:solidFill>
                  <a:srgbClr val="F20D0D"/>
                </a:solidFill>
                <a:latin typeface="Arial" panose="020B0604020202020204"/>
                <a:ea typeface="Arial" panose="020B0604020202020204"/>
                <a:cs typeface="Arial" panose="020B0604020202020204"/>
              </a:defRPr>
            </a:lvl6pPr>
            <a:lvl7pPr>
              <a:buNone/>
              <a:defRPr sz="1425" b="1">
                <a:solidFill>
                  <a:srgbClr val="F20D0D"/>
                </a:solidFill>
                <a:latin typeface="Arial" panose="020B0604020202020204"/>
                <a:ea typeface="Arial" panose="020B0604020202020204"/>
                <a:cs typeface="Arial" panose="020B0604020202020204"/>
              </a:defRPr>
            </a:lvl7pPr>
            <a:lvl8pPr>
              <a:buNone/>
              <a:defRPr sz="1425" b="1">
                <a:solidFill>
                  <a:srgbClr val="F20D0D"/>
                </a:solidFill>
                <a:latin typeface="Arial" panose="020B0604020202020204"/>
                <a:ea typeface="Arial" panose="020B0604020202020204"/>
                <a:cs typeface="Arial" panose="020B0604020202020204"/>
              </a:defRPr>
            </a:lvl8pPr>
            <a:lvl9pPr>
              <a:buNone/>
              <a:defRPr sz="1425" b="1">
                <a:solidFill>
                  <a:srgbClr val="F20D0D"/>
                </a:solidFill>
                <a:latin typeface="Arial" panose="020B0604020202020204"/>
                <a:ea typeface="Arial" panose="020B0604020202020204"/>
                <a:cs typeface="Arial" panose="020B0604020202020204"/>
              </a:defRPr>
            </a:lvl9pPr>
          </a:lstStyle>
          <a:p>
            <a:pPr>
              <a:buNone/>
              <a:defRPr sz="1425" b="1">
                <a:solidFill>
                  <a:srgbClr val="F20D0D"/>
                </a:solidFill>
                <a:latin typeface="Arial" panose="020B0604020202020204"/>
                <a:ea typeface="Arial" panose="020B0604020202020204"/>
                <a:cs typeface="Arial" panose="020B0604020202020204"/>
              </a:defRPr>
            </a:pPr>
            <a:r>
              <a:rPr sz="1425" b="1">
                <a:solidFill>
                  <a:srgbClr val="F20D0D"/>
                </a:solidFill>
                <a:latin typeface="Arial" panose="020B0604020202020204"/>
                <a:ea typeface="Arial" panose="020B0604020202020204"/>
                <a:cs typeface="Arial" panose="020B0604020202020204"/>
              </a:rPr>
              <a:t>THAO TÁC</a:t>
            </a:r>
            <a:endParaRPr sz="1425" b="1">
              <a:solidFill>
                <a:srgbClr val="F20D0D"/>
              </a:solidFill>
              <a:latin typeface="Arial" panose="020B0604020202020204"/>
              <a:ea typeface="Arial" panose="020B0604020202020204"/>
              <a:cs typeface="Arial" panose="020B0604020202020204"/>
            </a:endParaRPr>
          </a:p>
        </p:txBody>
      </p:sp>
      <p:sp>
        <p:nvSpPr>
          <p:cNvPr id="22" name="Rectangle 21"/>
          <p:cNvSpPr>
            <a:spLocks noGrp="1"/>
          </p:cNvSpPr>
          <p:nvPr/>
        </p:nvSpPr>
        <p:spPr>
          <a:xfrm>
            <a:off x="3619500" y="1190625"/>
            <a:ext cx="3286125" cy="438150"/>
          </a:xfrm>
          <a:prstGeom prst="rect">
            <a:avLst/>
          </a:prstGeom>
          <a:noFill/>
          <a:ln w="0">
            <a:noFill/>
            <a:prstDash val="solid"/>
          </a:ln>
        </p:spPr>
        <p:txBody>
          <a:bodyPr/>
          <a:lstStyle>
            <a:defPPr>
              <a:defRPr sz="1425" b="1">
                <a:solidFill>
                  <a:srgbClr val="F20D0D"/>
                </a:solidFill>
                <a:latin typeface="Arial" panose="020B0604020202020204"/>
                <a:ea typeface="Arial" panose="020B0604020202020204"/>
                <a:cs typeface="Arial" panose="020B0604020202020204"/>
              </a:defRPr>
            </a:defPPr>
            <a:lvl1pPr>
              <a:buNone/>
              <a:defRPr sz="1425" b="1">
                <a:solidFill>
                  <a:srgbClr val="F20D0D"/>
                </a:solidFill>
                <a:latin typeface="Arial" panose="020B0604020202020204"/>
                <a:ea typeface="Arial" panose="020B0604020202020204"/>
                <a:cs typeface="Arial" panose="020B0604020202020204"/>
              </a:defRPr>
            </a:lvl1pPr>
            <a:lvl2pPr>
              <a:buNone/>
              <a:defRPr sz="1425" b="1">
                <a:solidFill>
                  <a:srgbClr val="F20D0D"/>
                </a:solidFill>
                <a:latin typeface="Arial" panose="020B0604020202020204"/>
                <a:ea typeface="Arial" panose="020B0604020202020204"/>
                <a:cs typeface="Arial" panose="020B0604020202020204"/>
              </a:defRPr>
            </a:lvl2pPr>
            <a:lvl3pPr>
              <a:buNone/>
              <a:defRPr sz="1425" b="1">
                <a:solidFill>
                  <a:srgbClr val="F20D0D"/>
                </a:solidFill>
                <a:latin typeface="Arial" panose="020B0604020202020204"/>
                <a:ea typeface="Arial" panose="020B0604020202020204"/>
                <a:cs typeface="Arial" panose="020B0604020202020204"/>
              </a:defRPr>
            </a:lvl3pPr>
            <a:lvl4pPr>
              <a:buNone/>
              <a:defRPr sz="1425" b="1">
                <a:solidFill>
                  <a:srgbClr val="F20D0D"/>
                </a:solidFill>
                <a:latin typeface="Arial" panose="020B0604020202020204"/>
                <a:ea typeface="Arial" panose="020B0604020202020204"/>
                <a:cs typeface="Arial" panose="020B0604020202020204"/>
              </a:defRPr>
            </a:lvl4pPr>
            <a:lvl5pPr>
              <a:buNone/>
              <a:defRPr sz="1425" b="1">
                <a:solidFill>
                  <a:srgbClr val="F20D0D"/>
                </a:solidFill>
                <a:latin typeface="Arial" panose="020B0604020202020204"/>
                <a:ea typeface="Arial" panose="020B0604020202020204"/>
                <a:cs typeface="Arial" panose="020B0604020202020204"/>
              </a:defRPr>
            </a:lvl5pPr>
            <a:lvl6pPr>
              <a:buNone/>
              <a:defRPr sz="1425" b="1">
                <a:solidFill>
                  <a:srgbClr val="F20D0D"/>
                </a:solidFill>
                <a:latin typeface="Arial" panose="020B0604020202020204"/>
                <a:ea typeface="Arial" panose="020B0604020202020204"/>
                <a:cs typeface="Arial" panose="020B0604020202020204"/>
              </a:defRPr>
            </a:lvl6pPr>
            <a:lvl7pPr>
              <a:buNone/>
              <a:defRPr sz="1425" b="1">
                <a:solidFill>
                  <a:srgbClr val="F20D0D"/>
                </a:solidFill>
                <a:latin typeface="Arial" panose="020B0604020202020204"/>
                <a:ea typeface="Arial" panose="020B0604020202020204"/>
                <a:cs typeface="Arial" panose="020B0604020202020204"/>
              </a:defRPr>
            </a:lvl7pPr>
            <a:lvl8pPr>
              <a:buNone/>
              <a:defRPr sz="1425" b="1">
                <a:solidFill>
                  <a:srgbClr val="F20D0D"/>
                </a:solidFill>
                <a:latin typeface="Arial" panose="020B0604020202020204"/>
                <a:ea typeface="Arial" panose="020B0604020202020204"/>
                <a:cs typeface="Arial" panose="020B0604020202020204"/>
              </a:defRPr>
            </a:lvl8pPr>
            <a:lvl9pPr>
              <a:buNone/>
              <a:defRPr sz="1425" b="1">
                <a:solidFill>
                  <a:srgbClr val="F20D0D"/>
                </a:solidFill>
                <a:latin typeface="Arial" panose="020B0604020202020204"/>
                <a:ea typeface="Arial" panose="020B0604020202020204"/>
                <a:cs typeface="Arial" panose="020B0604020202020204"/>
              </a:defRPr>
            </a:lvl9pPr>
          </a:lstStyle>
          <a:p>
            <a:pPr>
              <a:buNone/>
              <a:defRPr sz="1425" b="1">
                <a:solidFill>
                  <a:srgbClr val="F20D0D"/>
                </a:solidFill>
                <a:latin typeface="Arial" panose="020B0604020202020204"/>
                <a:ea typeface="Arial" panose="020B0604020202020204"/>
                <a:cs typeface="Arial" panose="020B0604020202020204"/>
              </a:defRPr>
            </a:pPr>
            <a:r>
              <a:rPr sz="1425" b="1">
                <a:solidFill>
                  <a:srgbClr val="F20D0D"/>
                </a:solidFill>
                <a:latin typeface="Arial" panose="020B0604020202020204"/>
                <a:ea typeface="Arial" panose="020B0604020202020204"/>
                <a:cs typeface="Arial" panose="020B0604020202020204"/>
              </a:rPr>
              <a:t>CẢM BIẾN</a:t>
            </a:r>
            <a:endParaRPr sz="1425" b="1">
              <a:solidFill>
                <a:srgbClr val="F20D0D"/>
              </a:solidFill>
              <a:latin typeface="Arial" panose="020B0604020202020204"/>
              <a:ea typeface="Arial" panose="020B0604020202020204"/>
              <a:cs typeface="Arial" panose="020B0604020202020204"/>
            </a:endParaRPr>
          </a:p>
        </p:txBody>
      </p:sp>
      <p:sp>
        <p:nvSpPr>
          <p:cNvPr id="23" name="Rectangle 22"/>
          <p:cNvSpPr>
            <a:spLocks noGrp="1"/>
          </p:cNvSpPr>
          <p:nvPr/>
        </p:nvSpPr>
        <p:spPr>
          <a:xfrm>
            <a:off x="7286625" y="1190625"/>
            <a:ext cx="4191000" cy="438150"/>
          </a:xfrm>
          <a:prstGeom prst="rect">
            <a:avLst/>
          </a:prstGeom>
          <a:noFill/>
          <a:ln w="0">
            <a:noFill/>
            <a:prstDash val="solid"/>
          </a:ln>
        </p:spPr>
        <p:txBody>
          <a:bodyPr/>
          <a:lstStyle>
            <a:defPPr>
              <a:defRPr sz="1425" b="1">
                <a:solidFill>
                  <a:srgbClr val="F20D0D"/>
                </a:solidFill>
                <a:latin typeface="Arial" panose="020B0604020202020204"/>
                <a:ea typeface="Arial" panose="020B0604020202020204"/>
                <a:cs typeface="Arial" panose="020B0604020202020204"/>
              </a:defRPr>
            </a:defPPr>
            <a:lvl1pPr>
              <a:buNone/>
              <a:defRPr sz="1425" b="1">
                <a:solidFill>
                  <a:srgbClr val="F20D0D"/>
                </a:solidFill>
                <a:latin typeface="Arial" panose="020B0604020202020204"/>
                <a:ea typeface="Arial" panose="020B0604020202020204"/>
                <a:cs typeface="Arial" panose="020B0604020202020204"/>
              </a:defRPr>
            </a:lvl1pPr>
            <a:lvl2pPr>
              <a:buNone/>
              <a:defRPr sz="1425" b="1">
                <a:solidFill>
                  <a:srgbClr val="F20D0D"/>
                </a:solidFill>
                <a:latin typeface="Arial" panose="020B0604020202020204"/>
                <a:ea typeface="Arial" panose="020B0604020202020204"/>
                <a:cs typeface="Arial" panose="020B0604020202020204"/>
              </a:defRPr>
            </a:lvl2pPr>
            <a:lvl3pPr>
              <a:buNone/>
              <a:defRPr sz="1425" b="1">
                <a:solidFill>
                  <a:srgbClr val="F20D0D"/>
                </a:solidFill>
                <a:latin typeface="Arial" panose="020B0604020202020204"/>
                <a:ea typeface="Arial" panose="020B0604020202020204"/>
                <a:cs typeface="Arial" panose="020B0604020202020204"/>
              </a:defRPr>
            </a:lvl3pPr>
            <a:lvl4pPr>
              <a:buNone/>
              <a:defRPr sz="1425" b="1">
                <a:solidFill>
                  <a:srgbClr val="F20D0D"/>
                </a:solidFill>
                <a:latin typeface="Arial" panose="020B0604020202020204"/>
                <a:ea typeface="Arial" panose="020B0604020202020204"/>
                <a:cs typeface="Arial" panose="020B0604020202020204"/>
              </a:defRPr>
            </a:lvl4pPr>
            <a:lvl5pPr>
              <a:buNone/>
              <a:defRPr sz="1425" b="1">
                <a:solidFill>
                  <a:srgbClr val="F20D0D"/>
                </a:solidFill>
                <a:latin typeface="Arial" panose="020B0604020202020204"/>
                <a:ea typeface="Arial" panose="020B0604020202020204"/>
                <a:cs typeface="Arial" panose="020B0604020202020204"/>
              </a:defRPr>
            </a:lvl5pPr>
            <a:lvl6pPr>
              <a:buNone/>
              <a:defRPr sz="1425" b="1">
                <a:solidFill>
                  <a:srgbClr val="F20D0D"/>
                </a:solidFill>
                <a:latin typeface="Arial" panose="020B0604020202020204"/>
                <a:ea typeface="Arial" panose="020B0604020202020204"/>
                <a:cs typeface="Arial" panose="020B0604020202020204"/>
              </a:defRPr>
            </a:lvl6pPr>
            <a:lvl7pPr>
              <a:buNone/>
              <a:defRPr sz="1425" b="1">
                <a:solidFill>
                  <a:srgbClr val="F20D0D"/>
                </a:solidFill>
                <a:latin typeface="Arial" panose="020B0604020202020204"/>
                <a:ea typeface="Arial" panose="020B0604020202020204"/>
                <a:cs typeface="Arial" panose="020B0604020202020204"/>
              </a:defRPr>
            </a:lvl7pPr>
            <a:lvl8pPr>
              <a:buNone/>
              <a:defRPr sz="1425" b="1">
                <a:solidFill>
                  <a:srgbClr val="F20D0D"/>
                </a:solidFill>
                <a:latin typeface="Arial" panose="020B0604020202020204"/>
                <a:ea typeface="Arial" panose="020B0604020202020204"/>
                <a:cs typeface="Arial" panose="020B0604020202020204"/>
              </a:defRPr>
            </a:lvl8pPr>
            <a:lvl9pPr>
              <a:buNone/>
              <a:defRPr sz="1425" b="1">
                <a:solidFill>
                  <a:srgbClr val="F20D0D"/>
                </a:solidFill>
                <a:latin typeface="Arial" panose="020B0604020202020204"/>
                <a:ea typeface="Arial" panose="020B0604020202020204"/>
                <a:cs typeface="Arial" panose="020B0604020202020204"/>
              </a:defRPr>
            </a:lvl9pPr>
          </a:lstStyle>
          <a:p>
            <a:pPr>
              <a:buNone/>
              <a:defRPr sz="1425" b="1">
                <a:solidFill>
                  <a:srgbClr val="F20D0D"/>
                </a:solidFill>
                <a:latin typeface="Arial" panose="020B0604020202020204"/>
                <a:ea typeface="Arial" panose="020B0604020202020204"/>
                <a:cs typeface="Arial" panose="020B0604020202020204"/>
              </a:defRPr>
            </a:pPr>
            <a:r>
              <a:rPr sz="1425" b="1">
                <a:solidFill>
                  <a:srgbClr val="F20D0D"/>
                </a:solidFill>
                <a:latin typeface="Arial" panose="020B0604020202020204"/>
                <a:ea typeface="Arial" panose="020B0604020202020204"/>
                <a:cs typeface="Arial" panose="020B0604020202020204"/>
              </a:rPr>
              <a:t>KẾT QUẢ CẦN QUAN SÁT</a:t>
            </a:r>
            <a:endParaRPr sz="1425" b="1">
              <a:solidFill>
                <a:srgbClr val="F20D0D"/>
              </a:solidFill>
              <a:latin typeface="Arial" panose="020B0604020202020204"/>
              <a:ea typeface="Arial" panose="020B0604020202020204"/>
              <a:cs typeface="Arial" panose="020B0604020202020204"/>
            </a:endParaRPr>
          </a:p>
        </p:txBody>
      </p:sp>
      <p:sp>
        <p:nvSpPr>
          <p:cNvPr id="24" name="Rectangle 23"/>
          <p:cNvSpPr>
            <a:spLocks noGrp="1"/>
          </p:cNvSpPr>
          <p:nvPr/>
        </p:nvSpPr>
        <p:spPr>
          <a:xfrm>
            <a:off x="619125" y="1905000"/>
            <a:ext cx="2857500" cy="714375"/>
          </a:xfrm>
          <a:prstGeom prst="rect">
            <a:avLst/>
          </a:prstGeom>
          <a:noFill/>
          <a:ln w="0">
            <a:noFill/>
            <a:prstDash val="solid"/>
          </a:ln>
        </p:spPr>
        <p:txBody>
          <a:bodyPr/>
          <a:lstStyle>
            <a:defPPr>
              <a:defRPr sz="1650" b="1">
                <a:solidFill>
                  <a:srgbClr val="111111"/>
                </a:solidFill>
                <a:latin typeface="Arial" panose="020B0604020202020204"/>
                <a:ea typeface="Arial" panose="020B0604020202020204"/>
                <a:cs typeface="Arial" panose="020B0604020202020204"/>
              </a:defRPr>
            </a:defPPr>
            <a:lvl1pPr>
              <a:buNone/>
              <a:defRPr sz="1650" b="1">
                <a:solidFill>
                  <a:srgbClr val="111111"/>
                </a:solidFill>
                <a:latin typeface="Arial" panose="020B0604020202020204"/>
                <a:ea typeface="Arial" panose="020B0604020202020204"/>
                <a:cs typeface="Arial" panose="020B0604020202020204"/>
              </a:defRPr>
            </a:lvl1pPr>
            <a:lvl2pPr>
              <a:buNone/>
              <a:defRPr sz="1650" b="1">
                <a:solidFill>
                  <a:srgbClr val="111111"/>
                </a:solidFill>
                <a:latin typeface="Arial" panose="020B0604020202020204"/>
                <a:ea typeface="Arial" panose="020B0604020202020204"/>
                <a:cs typeface="Arial" panose="020B0604020202020204"/>
              </a:defRPr>
            </a:lvl2pPr>
            <a:lvl3pPr>
              <a:buNone/>
              <a:defRPr sz="1650" b="1">
                <a:solidFill>
                  <a:srgbClr val="111111"/>
                </a:solidFill>
                <a:latin typeface="Arial" panose="020B0604020202020204"/>
                <a:ea typeface="Arial" panose="020B0604020202020204"/>
                <a:cs typeface="Arial" panose="020B0604020202020204"/>
              </a:defRPr>
            </a:lvl3pPr>
            <a:lvl4pPr>
              <a:buNone/>
              <a:defRPr sz="1650" b="1">
                <a:solidFill>
                  <a:srgbClr val="111111"/>
                </a:solidFill>
                <a:latin typeface="Arial" panose="020B0604020202020204"/>
                <a:ea typeface="Arial" panose="020B0604020202020204"/>
                <a:cs typeface="Arial" panose="020B0604020202020204"/>
              </a:defRPr>
            </a:lvl4pPr>
            <a:lvl5pPr>
              <a:buNone/>
              <a:defRPr sz="1650" b="1">
                <a:solidFill>
                  <a:srgbClr val="111111"/>
                </a:solidFill>
                <a:latin typeface="Arial" panose="020B0604020202020204"/>
                <a:ea typeface="Arial" panose="020B0604020202020204"/>
                <a:cs typeface="Arial" panose="020B0604020202020204"/>
              </a:defRPr>
            </a:lvl5pPr>
            <a:lvl6pPr>
              <a:buNone/>
              <a:defRPr sz="1650" b="1">
                <a:solidFill>
                  <a:srgbClr val="111111"/>
                </a:solidFill>
                <a:latin typeface="Arial" panose="020B0604020202020204"/>
                <a:ea typeface="Arial" panose="020B0604020202020204"/>
                <a:cs typeface="Arial" panose="020B0604020202020204"/>
              </a:defRPr>
            </a:lvl6pPr>
            <a:lvl7pPr>
              <a:buNone/>
              <a:defRPr sz="1650" b="1">
                <a:solidFill>
                  <a:srgbClr val="111111"/>
                </a:solidFill>
                <a:latin typeface="Arial" panose="020B0604020202020204"/>
                <a:ea typeface="Arial" panose="020B0604020202020204"/>
                <a:cs typeface="Arial" panose="020B0604020202020204"/>
              </a:defRPr>
            </a:lvl7pPr>
            <a:lvl8pPr>
              <a:buNone/>
              <a:defRPr sz="1650" b="1">
                <a:solidFill>
                  <a:srgbClr val="111111"/>
                </a:solidFill>
                <a:latin typeface="Arial" panose="020B0604020202020204"/>
                <a:ea typeface="Arial" panose="020B0604020202020204"/>
                <a:cs typeface="Arial" panose="020B0604020202020204"/>
              </a:defRPr>
            </a:lvl8pPr>
            <a:lvl9pPr>
              <a:buNone/>
              <a:defRPr sz="1650" b="1">
                <a:solidFill>
                  <a:srgbClr val="111111"/>
                </a:solidFill>
                <a:latin typeface="Arial" panose="020B0604020202020204"/>
                <a:ea typeface="Arial" panose="020B0604020202020204"/>
                <a:cs typeface="Arial" panose="020B0604020202020204"/>
              </a:defRPr>
            </a:lvl9pPr>
          </a:lstStyle>
          <a:p>
            <a:pPr>
              <a:buNone/>
              <a:defRPr sz="1650" b="1">
                <a:solidFill>
                  <a:srgbClr val="111111"/>
                </a:solidFill>
                <a:latin typeface="Arial" panose="020B0604020202020204"/>
                <a:ea typeface="Arial" panose="020B0604020202020204"/>
                <a:cs typeface="Arial" panose="020B0604020202020204"/>
              </a:defRPr>
            </a:pPr>
            <a:r>
              <a:rPr sz="1650" b="1">
                <a:solidFill>
                  <a:srgbClr val="111111"/>
                </a:solidFill>
                <a:latin typeface="Arial" panose="020B0604020202020204"/>
                <a:ea typeface="Arial" panose="020B0604020202020204"/>
                <a:cs typeface="Arial" panose="020B0604020202020204"/>
              </a:rPr>
              <a:t>1  Lái xe</a:t>
            </a:r>
            <a:endParaRPr sz="1650" b="1">
              <a:solidFill>
                <a:srgbClr val="111111"/>
              </a:solidFill>
              <a:latin typeface="Arial" panose="020B0604020202020204"/>
              <a:ea typeface="Arial" panose="020B0604020202020204"/>
              <a:cs typeface="Arial" panose="020B0604020202020204"/>
            </a:endParaRPr>
          </a:p>
        </p:txBody>
      </p:sp>
      <p:sp>
        <p:nvSpPr>
          <p:cNvPr id="25" name="Rectangle 24"/>
          <p:cNvSpPr>
            <a:spLocks noGrp="1"/>
          </p:cNvSpPr>
          <p:nvPr/>
        </p:nvSpPr>
        <p:spPr>
          <a:xfrm>
            <a:off x="3619500" y="1905000"/>
            <a:ext cx="3286125" cy="714375"/>
          </a:xfrm>
          <a:prstGeom prst="rect">
            <a:avLst/>
          </a:prstGeom>
          <a:noFill/>
          <a:ln w="0">
            <a:noFill/>
            <a:prstDash val="solid"/>
          </a:ln>
        </p:spPr>
        <p:txBody>
          <a:bodyPr/>
          <a:lstStyle>
            <a:defPPr>
              <a:defRPr sz="1500" b="0">
                <a:solidFill>
                  <a:srgbClr val="4D4D4D"/>
                </a:solidFill>
                <a:latin typeface="Arial" panose="020B0604020202020204"/>
                <a:ea typeface="Arial" panose="020B0604020202020204"/>
                <a:cs typeface="Arial" panose="020B0604020202020204"/>
              </a:defRPr>
            </a:defPPr>
            <a:lvl1pPr>
              <a:buNone/>
              <a:defRPr sz="1500" b="0">
                <a:solidFill>
                  <a:srgbClr val="4D4D4D"/>
                </a:solidFill>
                <a:latin typeface="Arial" panose="020B0604020202020204"/>
                <a:ea typeface="Arial" panose="020B0604020202020204"/>
                <a:cs typeface="Arial" panose="020B0604020202020204"/>
              </a:defRPr>
            </a:lvl1pPr>
            <a:lvl2pPr>
              <a:buNone/>
              <a:defRPr sz="1500" b="0">
                <a:solidFill>
                  <a:srgbClr val="4D4D4D"/>
                </a:solidFill>
                <a:latin typeface="Arial" panose="020B0604020202020204"/>
                <a:ea typeface="Arial" panose="020B0604020202020204"/>
                <a:cs typeface="Arial" panose="020B0604020202020204"/>
              </a:defRPr>
            </a:lvl2pPr>
            <a:lvl3pPr>
              <a:buNone/>
              <a:defRPr sz="1500" b="0">
                <a:solidFill>
                  <a:srgbClr val="4D4D4D"/>
                </a:solidFill>
                <a:latin typeface="Arial" panose="020B0604020202020204"/>
                <a:ea typeface="Arial" panose="020B0604020202020204"/>
                <a:cs typeface="Arial" panose="020B0604020202020204"/>
              </a:defRPr>
            </a:lvl3pPr>
            <a:lvl4pPr>
              <a:buNone/>
              <a:defRPr sz="1500" b="0">
                <a:solidFill>
                  <a:srgbClr val="4D4D4D"/>
                </a:solidFill>
                <a:latin typeface="Arial" panose="020B0604020202020204"/>
                <a:ea typeface="Arial" panose="020B0604020202020204"/>
                <a:cs typeface="Arial" panose="020B0604020202020204"/>
              </a:defRPr>
            </a:lvl4pPr>
            <a:lvl5pPr>
              <a:buNone/>
              <a:defRPr sz="1500" b="0">
                <a:solidFill>
                  <a:srgbClr val="4D4D4D"/>
                </a:solidFill>
                <a:latin typeface="Arial" panose="020B0604020202020204"/>
                <a:ea typeface="Arial" panose="020B0604020202020204"/>
                <a:cs typeface="Arial" panose="020B0604020202020204"/>
              </a:defRPr>
            </a:lvl5pPr>
            <a:lvl6pPr>
              <a:buNone/>
              <a:defRPr sz="1500" b="0">
                <a:solidFill>
                  <a:srgbClr val="4D4D4D"/>
                </a:solidFill>
                <a:latin typeface="Arial" panose="020B0604020202020204"/>
                <a:ea typeface="Arial" panose="020B0604020202020204"/>
                <a:cs typeface="Arial" panose="020B0604020202020204"/>
              </a:defRPr>
            </a:lvl6pPr>
            <a:lvl7pPr>
              <a:buNone/>
              <a:defRPr sz="1500" b="0">
                <a:solidFill>
                  <a:srgbClr val="4D4D4D"/>
                </a:solidFill>
                <a:latin typeface="Arial" panose="020B0604020202020204"/>
                <a:ea typeface="Arial" panose="020B0604020202020204"/>
                <a:cs typeface="Arial" panose="020B0604020202020204"/>
              </a:defRPr>
            </a:lvl7pPr>
            <a:lvl8pPr>
              <a:buNone/>
              <a:defRPr sz="1500" b="0">
                <a:solidFill>
                  <a:srgbClr val="4D4D4D"/>
                </a:solidFill>
                <a:latin typeface="Arial" panose="020B0604020202020204"/>
                <a:ea typeface="Arial" panose="020B0604020202020204"/>
                <a:cs typeface="Arial" panose="020B0604020202020204"/>
              </a:defRPr>
            </a:lvl8pPr>
            <a:lvl9pPr>
              <a:buNone/>
              <a:defRPr sz="1500" b="0">
                <a:solidFill>
                  <a:srgbClr val="4D4D4D"/>
                </a:solidFill>
                <a:latin typeface="Arial" panose="020B0604020202020204"/>
                <a:ea typeface="Arial" panose="020B0604020202020204"/>
                <a:cs typeface="Arial" panose="020B0604020202020204"/>
              </a:defRPr>
            </a:lvl9pPr>
          </a:lstStyle>
          <a:p>
            <a:pPr>
              <a:buNone/>
              <a:defRPr sz="1500" b="0">
                <a:solidFill>
                  <a:srgbClr val="4D4D4D"/>
                </a:solidFill>
                <a:latin typeface="Arial" panose="020B0604020202020204"/>
                <a:ea typeface="Arial" panose="020B0604020202020204"/>
                <a:cs typeface="Arial" panose="020B0604020202020204"/>
              </a:defRPr>
            </a:pPr>
            <a:r>
              <a:rPr sz="1500" b="0">
                <a:solidFill>
                  <a:srgbClr val="4D4D4D"/>
                </a:solidFill>
                <a:latin typeface="Arial" panose="020B0604020202020204"/>
                <a:ea typeface="Arial" panose="020B0604020202020204"/>
                <a:cs typeface="Arial" panose="020B0604020202020204"/>
              </a:rPr>
              <a:t>Gravity / Accelerometer</a:t>
            </a:r>
            <a:endParaRPr sz="1500" b="0">
              <a:solidFill>
                <a:srgbClr val="4D4D4D"/>
              </a:solidFill>
              <a:latin typeface="Arial" panose="020B0604020202020204"/>
              <a:ea typeface="Arial" panose="020B0604020202020204"/>
              <a:cs typeface="Arial" panose="020B0604020202020204"/>
            </a:endParaRPr>
          </a:p>
        </p:txBody>
      </p:sp>
      <p:sp>
        <p:nvSpPr>
          <p:cNvPr id="26" name="Rectangle 25"/>
          <p:cNvSpPr>
            <a:spLocks noGrp="1"/>
          </p:cNvSpPr>
          <p:nvPr/>
        </p:nvSpPr>
        <p:spPr>
          <a:xfrm>
            <a:off x="7286625" y="1905000"/>
            <a:ext cx="4048125" cy="762000"/>
          </a:xfrm>
          <a:prstGeom prst="rect">
            <a:avLst/>
          </a:prstGeom>
          <a:noFill/>
          <a:ln w="0">
            <a:noFill/>
            <a:prstDash val="solid"/>
          </a:ln>
        </p:spPr>
        <p:txBody>
          <a:bodyPr/>
          <a:lstStyle>
            <a:defPPr>
              <a:defRPr sz="1500" b="0">
                <a:solidFill>
                  <a:srgbClr val="111111"/>
                </a:solidFill>
                <a:latin typeface="Arial" panose="020B0604020202020204"/>
                <a:ea typeface="Arial" panose="020B0604020202020204"/>
                <a:cs typeface="Arial" panose="020B0604020202020204"/>
              </a:defRPr>
            </a:defPPr>
            <a:lvl1pPr>
              <a:buNone/>
              <a:defRPr sz="1500" b="0">
                <a:solidFill>
                  <a:srgbClr val="111111"/>
                </a:solidFill>
                <a:latin typeface="Arial" panose="020B0604020202020204"/>
                <a:ea typeface="Arial" panose="020B0604020202020204"/>
                <a:cs typeface="Arial" panose="020B0604020202020204"/>
              </a:defRPr>
            </a:lvl1pPr>
            <a:lvl2pPr>
              <a:buNone/>
              <a:defRPr sz="1500" b="0">
                <a:solidFill>
                  <a:srgbClr val="111111"/>
                </a:solidFill>
                <a:latin typeface="Arial" panose="020B0604020202020204"/>
                <a:ea typeface="Arial" panose="020B0604020202020204"/>
                <a:cs typeface="Arial" panose="020B0604020202020204"/>
              </a:defRPr>
            </a:lvl2pPr>
            <a:lvl3pPr>
              <a:buNone/>
              <a:defRPr sz="1500" b="0">
                <a:solidFill>
                  <a:srgbClr val="111111"/>
                </a:solidFill>
                <a:latin typeface="Arial" panose="020B0604020202020204"/>
                <a:ea typeface="Arial" panose="020B0604020202020204"/>
                <a:cs typeface="Arial" panose="020B0604020202020204"/>
              </a:defRPr>
            </a:lvl3pPr>
            <a:lvl4pPr>
              <a:buNone/>
              <a:defRPr sz="1500" b="0">
                <a:solidFill>
                  <a:srgbClr val="111111"/>
                </a:solidFill>
                <a:latin typeface="Arial" panose="020B0604020202020204"/>
                <a:ea typeface="Arial" panose="020B0604020202020204"/>
                <a:cs typeface="Arial" panose="020B0604020202020204"/>
              </a:defRPr>
            </a:lvl4pPr>
            <a:lvl5pPr>
              <a:buNone/>
              <a:defRPr sz="1500" b="0">
                <a:solidFill>
                  <a:srgbClr val="111111"/>
                </a:solidFill>
                <a:latin typeface="Arial" panose="020B0604020202020204"/>
                <a:ea typeface="Arial" panose="020B0604020202020204"/>
                <a:cs typeface="Arial" panose="020B0604020202020204"/>
              </a:defRPr>
            </a:lvl5pPr>
            <a:lvl6pPr>
              <a:buNone/>
              <a:defRPr sz="1500" b="0">
                <a:solidFill>
                  <a:srgbClr val="111111"/>
                </a:solidFill>
                <a:latin typeface="Arial" panose="020B0604020202020204"/>
                <a:ea typeface="Arial" panose="020B0604020202020204"/>
                <a:cs typeface="Arial" panose="020B0604020202020204"/>
              </a:defRPr>
            </a:lvl6pPr>
            <a:lvl7pPr>
              <a:buNone/>
              <a:defRPr sz="1500" b="0">
                <a:solidFill>
                  <a:srgbClr val="111111"/>
                </a:solidFill>
                <a:latin typeface="Arial" panose="020B0604020202020204"/>
                <a:ea typeface="Arial" panose="020B0604020202020204"/>
                <a:cs typeface="Arial" panose="020B0604020202020204"/>
              </a:defRPr>
            </a:lvl7pPr>
            <a:lvl8pPr>
              <a:buNone/>
              <a:defRPr sz="1500" b="0">
                <a:solidFill>
                  <a:srgbClr val="111111"/>
                </a:solidFill>
                <a:latin typeface="Arial" panose="020B0604020202020204"/>
                <a:ea typeface="Arial" panose="020B0604020202020204"/>
                <a:cs typeface="Arial" panose="020B0604020202020204"/>
              </a:defRPr>
            </a:lvl8pPr>
            <a:lvl9pPr>
              <a:buNone/>
              <a:defRPr sz="1500" b="0">
                <a:solidFill>
                  <a:srgbClr val="111111"/>
                </a:solidFill>
                <a:latin typeface="Arial" panose="020B0604020202020204"/>
                <a:ea typeface="Arial" panose="020B0604020202020204"/>
                <a:cs typeface="Arial" panose="020B0604020202020204"/>
              </a:defRPr>
            </a:lvl9pPr>
          </a:lstStyle>
          <a:p>
            <a:pPr>
              <a:buNone/>
              <a:defRPr sz="1500" b="0">
                <a:solidFill>
                  <a:srgbClr val="111111"/>
                </a:solidFill>
                <a:latin typeface="Arial" panose="020B0604020202020204"/>
                <a:ea typeface="Arial" panose="020B0604020202020204"/>
                <a:cs typeface="Arial" panose="020B0604020202020204"/>
              </a:defRPr>
            </a:pPr>
            <a:r>
              <a:rPr sz="1500" b="0">
                <a:solidFill>
                  <a:srgbClr val="111111"/>
                </a:solidFill>
                <a:latin typeface="Arial" panose="020B0604020202020204"/>
                <a:ea typeface="Arial" panose="020B0604020202020204"/>
                <a:cs typeface="Arial" panose="020B0604020202020204"/>
              </a:rPr>
              <a:t>Nghiêng trái, phải để né xe; va chạm thì dừng.</a:t>
            </a:r>
            <a:endParaRPr sz="1500" b="0">
              <a:solidFill>
                <a:srgbClr val="111111"/>
              </a:solidFill>
              <a:latin typeface="Arial" panose="020B0604020202020204"/>
              <a:ea typeface="Arial" panose="020B0604020202020204"/>
              <a:cs typeface="Arial" panose="020B0604020202020204"/>
            </a:endParaRPr>
          </a:p>
        </p:txBody>
      </p:sp>
      <p:sp>
        <p:nvSpPr>
          <p:cNvPr id="27" name="Rectangle 26"/>
          <p:cNvSpPr>
            <a:spLocks noGrp="1"/>
          </p:cNvSpPr>
          <p:nvPr/>
        </p:nvSpPr>
        <p:spPr>
          <a:xfrm>
            <a:off x="523875" y="2857500"/>
            <a:ext cx="11096625" cy="9525"/>
          </a:xfrm>
          <a:prstGeom prst="rect">
            <a:avLst/>
          </a:prstGeom>
          <a:solidFill>
            <a:srgbClr val="C9C9C9"/>
          </a:solidFill>
          <a:ln w="0">
            <a:noFill/>
            <a:prstDash val="solid"/>
          </a:ln>
        </p:spPr>
      </p:sp>
      <p:sp>
        <p:nvSpPr>
          <p:cNvPr id="28" name="Rectangle 27"/>
          <p:cNvSpPr>
            <a:spLocks noGrp="1"/>
          </p:cNvSpPr>
          <p:nvPr/>
        </p:nvSpPr>
        <p:spPr>
          <a:xfrm>
            <a:off x="619125" y="3095625"/>
            <a:ext cx="2857500" cy="714375"/>
          </a:xfrm>
          <a:prstGeom prst="rect">
            <a:avLst/>
          </a:prstGeom>
          <a:noFill/>
          <a:ln w="0">
            <a:noFill/>
            <a:prstDash val="solid"/>
          </a:ln>
        </p:spPr>
        <p:txBody>
          <a:bodyPr/>
          <a:lstStyle>
            <a:defPPr>
              <a:defRPr sz="1650" b="1">
                <a:solidFill>
                  <a:srgbClr val="111111"/>
                </a:solidFill>
                <a:latin typeface="Arial" panose="020B0604020202020204"/>
                <a:ea typeface="Arial" panose="020B0604020202020204"/>
                <a:cs typeface="Arial" panose="020B0604020202020204"/>
              </a:defRPr>
            </a:defPPr>
            <a:lvl1pPr>
              <a:buNone/>
              <a:defRPr sz="1650" b="1">
                <a:solidFill>
                  <a:srgbClr val="111111"/>
                </a:solidFill>
                <a:latin typeface="Arial" panose="020B0604020202020204"/>
                <a:ea typeface="Arial" panose="020B0604020202020204"/>
                <a:cs typeface="Arial" panose="020B0604020202020204"/>
              </a:defRPr>
            </a:lvl1pPr>
            <a:lvl2pPr>
              <a:buNone/>
              <a:defRPr sz="1650" b="1">
                <a:solidFill>
                  <a:srgbClr val="111111"/>
                </a:solidFill>
                <a:latin typeface="Arial" panose="020B0604020202020204"/>
                <a:ea typeface="Arial" panose="020B0604020202020204"/>
                <a:cs typeface="Arial" panose="020B0604020202020204"/>
              </a:defRPr>
            </a:lvl2pPr>
            <a:lvl3pPr>
              <a:buNone/>
              <a:defRPr sz="1650" b="1">
                <a:solidFill>
                  <a:srgbClr val="111111"/>
                </a:solidFill>
                <a:latin typeface="Arial" panose="020B0604020202020204"/>
                <a:ea typeface="Arial" panose="020B0604020202020204"/>
                <a:cs typeface="Arial" panose="020B0604020202020204"/>
              </a:defRPr>
            </a:lvl3pPr>
            <a:lvl4pPr>
              <a:buNone/>
              <a:defRPr sz="1650" b="1">
                <a:solidFill>
                  <a:srgbClr val="111111"/>
                </a:solidFill>
                <a:latin typeface="Arial" panose="020B0604020202020204"/>
                <a:ea typeface="Arial" panose="020B0604020202020204"/>
                <a:cs typeface="Arial" panose="020B0604020202020204"/>
              </a:defRPr>
            </a:lvl4pPr>
            <a:lvl5pPr>
              <a:buNone/>
              <a:defRPr sz="1650" b="1">
                <a:solidFill>
                  <a:srgbClr val="111111"/>
                </a:solidFill>
                <a:latin typeface="Arial" panose="020B0604020202020204"/>
                <a:ea typeface="Arial" panose="020B0604020202020204"/>
                <a:cs typeface="Arial" panose="020B0604020202020204"/>
              </a:defRPr>
            </a:lvl5pPr>
            <a:lvl6pPr>
              <a:buNone/>
              <a:defRPr sz="1650" b="1">
                <a:solidFill>
                  <a:srgbClr val="111111"/>
                </a:solidFill>
                <a:latin typeface="Arial" panose="020B0604020202020204"/>
                <a:ea typeface="Arial" panose="020B0604020202020204"/>
                <a:cs typeface="Arial" panose="020B0604020202020204"/>
              </a:defRPr>
            </a:lvl6pPr>
            <a:lvl7pPr>
              <a:buNone/>
              <a:defRPr sz="1650" b="1">
                <a:solidFill>
                  <a:srgbClr val="111111"/>
                </a:solidFill>
                <a:latin typeface="Arial" panose="020B0604020202020204"/>
                <a:ea typeface="Arial" panose="020B0604020202020204"/>
                <a:cs typeface="Arial" panose="020B0604020202020204"/>
              </a:defRPr>
            </a:lvl7pPr>
            <a:lvl8pPr>
              <a:buNone/>
              <a:defRPr sz="1650" b="1">
                <a:solidFill>
                  <a:srgbClr val="111111"/>
                </a:solidFill>
                <a:latin typeface="Arial" panose="020B0604020202020204"/>
                <a:ea typeface="Arial" panose="020B0604020202020204"/>
                <a:cs typeface="Arial" panose="020B0604020202020204"/>
              </a:defRPr>
            </a:lvl8pPr>
            <a:lvl9pPr>
              <a:buNone/>
              <a:defRPr sz="1650" b="1">
                <a:solidFill>
                  <a:srgbClr val="111111"/>
                </a:solidFill>
                <a:latin typeface="Arial" panose="020B0604020202020204"/>
                <a:ea typeface="Arial" panose="020B0604020202020204"/>
                <a:cs typeface="Arial" panose="020B0604020202020204"/>
              </a:defRPr>
            </a:lvl9pPr>
          </a:lstStyle>
          <a:p>
            <a:pPr>
              <a:buNone/>
              <a:defRPr sz="1650" b="1">
                <a:solidFill>
                  <a:srgbClr val="111111"/>
                </a:solidFill>
                <a:latin typeface="Arial" panose="020B0604020202020204"/>
                <a:ea typeface="Arial" panose="020B0604020202020204"/>
                <a:cs typeface="Arial" panose="020B0604020202020204"/>
              </a:defRPr>
            </a:pPr>
            <a:r>
              <a:rPr sz="1650" b="1">
                <a:solidFill>
                  <a:srgbClr val="111111"/>
                </a:solidFill>
                <a:latin typeface="Arial" panose="020B0604020202020204"/>
                <a:ea typeface="Arial" panose="020B0604020202020204"/>
                <a:cs typeface="Arial" panose="020B0604020202020204"/>
              </a:rPr>
              <a:t>2  Lắc xúc xắc</a:t>
            </a:r>
            <a:endParaRPr sz="1650" b="1">
              <a:solidFill>
                <a:srgbClr val="111111"/>
              </a:solidFill>
              <a:latin typeface="Arial" panose="020B0604020202020204"/>
              <a:ea typeface="Arial" panose="020B0604020202020204"/>
              <a:cs typeface="Arial" panose="020B0604020202020204"/>
            </a:endParaRPr>
          </a:p>
        </p:txBody>
      </p:sp>
      <p:sp>
        <p:nvSpPr>
          <p:cNvPr id="29" name="Rectangle 28"/>
          <p:cNvSpPr>
            <a:spLocks noGrp="1"/>
          </p:cNvSpPr>
          <p:nvPr/>
        </p:nvSpPr>
        <p:spPr>
          <a:xfrm>
            <a:off x="3619500" y="3095625"/>
            <a:ext cx="3286125" cy="714375"/>
          </a:xfrm>
          <a:prstGeom prst="rect">
            <a:avLst/>
          </a:prstGeom>
          <a:noFill/>
          <a:ln w="0">
            <a:noFill/>
            <a:prstDash val="solid"/>
          </a:ln>
        </p:spPr>
        <p:txBody>
          <a:bodyPr/>
          <a:lstStyle>
            <a:defPPr>
              <a:defRPr sz="1500" b="0">
                <a:solidFill>
                  <a:srgbClr val="4D4D4D"/>
                </a:solidFill>
                <a:latin typeface="Arial" panose="020B0604020202020204"/>
                <a:ea typeface="Arial" panose="020B0604020202020204"/>
                <a:cs typeface="Arial" panose="020B0604020202020204"/>
              </a:defRPr>
            </a:defPPr>
            <a:lvl1pPr>
              <a:buNone/>
              <a:defRPr sz="1500" b="0">
                <a:solidFill>
                  <a:srgbClr val="4D4D4D"/>
                </a:solidFill>
                <a:latin typeface="Arial" panose="020B0604020202020204"/>
                <a:ea typeface="Arial" panose="020B0604020202020204"/>
                <a:cs typeface="Arial" panose="020B0604020202020204"/>
              </a:defRPr>
            </a:lvl1pPr>
            <a:lvl2pPr>
              <a:buNone/>
              <a:defRPr sz="1500" b="0">
                <a:solidFill>
                  <a:srgbClr val="4D4D4D"/>
                </a:solidFill>
                <a:latin typeface="Arial" panose="020B0604020202020204"/>
                <a:ea typeface="Arial" panose="020B0604020202020204"/>
                <a:cs typeface="Arial" panose="020B0604020202020204"/>
              </a:defRPr>
            </a:lvl2pPr>
            <a:lvl3pPr>
              <a:buNone/>
              <a:defRPr sz="1500" b="0">
                <a:solidFill>
                  <a:srgbClr val="4D4D4D"/>
                </a:solidFill>
                <a:latin typeface="Arial" panose="020B0604020202020204"/>
                <a:ea typeface="Arial" panose="020B0604020202020204"/>
                <a:cs typeface="Arial" panose="020B0604020202020204"/>
              </a:defRPr>
            </a:lvl3pPr>
            <a:lvl4pPr>
              <a:buNone/>
              <a:defRPr sz="1500" b="0">
                <a:solidFill>
                  <a:srgbClr val="4D4D4D"/>
                </a:solidFill>
                <a:latin typeface="Arial" panose="020B0604020202020204"/>
                <a:ea typeface="Arial" panose="020B0604020202020204"/>
                <a:cs typeface="Arial" panose="020B0604020202020204"/>
              </a:defRPr>
            </a:lvl4pPr>
            <a:lvl5pPr>
              <a:buNone/>
              <a:defRPr sz="1500" b="0">
                <a:solidFill>
                  <a:srgbClr val="4D4D4D"/>
                </a:solidFill>
                <a:latin typeface="Arial" panose="020B0604020202020204"/>
                <a:ea typeface="Arial" panose="020B0604020202020204"/>
                <a:cs typeface="Arial" panose="020B0604020202020204"/>
              </a:defRPr>
            </a:lvl5pPr>
            <a:lvl6pPr>
              <a:buNone/>
              <a:defRPr sz="1500" b="0">
                <a:solidFill>
                  <a:srgbClr val="4D4D4D"/>
                </a:solidFill>
                <a:latin typeface="Arial" panose="020B0604020202020204"/>
                <a:ea typeface="Arial" panose="020B0604020202020204"/>
                <a:cs typeface="Arial" panose="020B0604020202020204"/>
              </a:defRPr>
            </a:lvl6pPr>
            <a:lvl7pPr>
              <a:buNone/>
              <a:defRPr sz="1500" b="0">
                <a:solidFill>
                  <a:srgbClr val="4D4D4D"/>
                </a:solidFill>
                <a:latin typeface="Arial" panose="020B0604020202020204"/>
                <a:ea typeface="Arial" panose="020B0604020202020204"/>
                <a:cs typeface="Arial" panose="020B0604020202020204"/>
              </a:defRPr>
            </a:lvl7pPr>
            <a:lvl8pPr>
              <a:buNone/>
              <a:defRPr sz="1500" b="0">
                <a:solidFill>
                  <a:srgbClr val="4D4D4D"/>
                </a:solidFill>
                <a:latin typeface="Arial" panose="020B0604020202020204"/>
                <a:ea typeface="Arial" panose="020B0604020202020204"/>
                <a:cs typeface="Arial" panose="020B0604020202020204"/>
              </a:defRPr>
            </a:lvl8pPr>
            <a:lvl9pPr>
              <a:buNone/>
              <a:defRPr sz="1500" b="0">
                <a:solidFill>
                  <a:srgbClr val="4D4D4D"/>
                </a:solidFill>
                <a:latin typeface="Arial" panose="020B0604020202020204"/>
                <a:ea typeface="Arial" panose="020B0604020202020204"/>
                <a:cs typeface="Arial" panose="020B0604020202020204"/>
              </a:defRPr>
            </a:lvl9pPr>
          </a:lstStyle>
          <a:p>
            <a:pPr>
              <a:buNone/>
              <a:defRPr sz="1500" b="0">
                <a:solidFill>
                  <a:srgbClr val="4D4D4D"/>
                </a:solidFill>
                <a:latin typeface="Arial" panose="020B0604020202020204"/>
                <a:ea typeface="Arial" panose="020B0604020202020204"/>
                <a:cs typeface="Arial" panose="020B0604020202020204"/>
              </a:defRPr>
            </a:pPr>
            <a:r>
              <a:rPr sz="1500" b="0">
                <a:solidFill>
                  <a:srgbClr val="4D4D4D"/>
                </a:solidFill>
                <a:latin typeface="Arial" panose="020B0604020202020204"/>
                <a:ea typeface="Arial" panose="020B0604020202020204"/>
                <a:cs typeface="Arial" panose="020B0604020202020204"/>
              </a:rPr>
              <a:t>Accelerometer</a:t>
            </a:r>
            <a:endParaRPr sz="1500" b="0">
              <a:solidFill>
                <a:srgbClr val="4D4D4D"/>
              </a:solidFill>
              <a:latin typeface="Arial" panose="020B0604020202020204"/>
              <a:ea typeface="Arial" panose="020B0604020202020204"/>
              <a:cs typeface="Arial" panose="020B0604020202020204"/>
            </a:endParaRPr>
          </a:p>
        </p:txBody>
      </p:sp>
      <p:sp>
        <p:nvSpPr>
          <p:cNvPr id="30" name="Rectangle 29"/>
          <p:cNvSpPr>
            <a:spLocks noGrp="1"/>
          </p:cNvSpPr>
          <p:nvPr/>
        </p:nvSpPr>
        <p:spPr>
          <a:xfrm>
            <a:off x="7286625" y="3095625"/>
            <a:ext cx="4048125" cy="762000"/>
          </a:xfrm>
          <a:prstGeom prst="rect">
            <a:avLst/>
          </a:prstGeom>
          <a:noFill/>
          <a:ln w="0">
            <a:noFill/>
            <a:prstDash val="solid"/>
          </a:ln>
        </p:spPr>
        <p:txBody>
          <a:bodyPr/>
          <a:lstStyle>
            <a:defPPr>
              <a:defRPr sz="1500" b="0">
                <a:solidFill>
                  <a:srgbClr val="111111"/>
                </a:solidFill>
                <a:latin typeface="Arial" panose="020B0604020202020204"/>
                <a:ea typeface="Arial" panose="020B0604020202020204"/>
                <a:cs typeface="Arial" panose="020B0604020202020204"/>
              </a:defRPr>
            </a:defPPr>
            <a:lvl1pPr>
              <a:buNone/>
              <a:defRPr sz="1500" b="0">
                <a:solidFill>
                  <a:srgbClr val="111111"/>
                </a:solidFill>
                <a:latin typeface="Arial" panose="020B0604020202020204"/>
                <a:ea typeface="Arial" panose="020B0604020202020204"/>
                <a:cs typeface="Arial" panose="020B0604020202020204"/>
              </a:defRPr>
            </a:lvl1pPr>
            <a:lvl2pPr>
              <a:buNone/>
              <a:defRPr sz="1500" b="0">
                <a:solidFill>
                  <a:srgbClr val="111111"/>
                </a:solidFill>
                <a:latin typeface="Arial" panose="020B0604020202020204"/>
                <a:ea typeface="Arial" panose="020B0604020202020204"/>
                <a:cs typeface="Arial" panose="020B0604020202020204"/>
              </a:defRPr>
            </a:lvl2pPr>
            <a:lvl3pPr>
              <a:buNone/>
              <a:defRPr sz="1500" b="0">
                <a:solidFill>
                  <a:srgbClr val="111111"/>
                </a:solidFill>
                <a:latin typeface="Arial" panose="020B0604020202020204"/>
                <a:ea typeface="Arial" panose="020B0604020202020204"/>
                <a:cs typeface="Arial" panose="020B0604020202020204"/>
              </a:defRPr>
            </a:lvl3pPr>
            <a:lvl4pPr>
              <a:buNone/>
              <a:defRPr sz="1500" b="0">
                <a:solidFill>
                  <a:srgbClr val="111111"/>
                </a:solidFill>
                <a:latin typeface="Arial" panose="020B0604020202020204"/>
                <a:ea typeface="Arial" panose="020B0604020202020204"/>
                <a:cs typeface="Arial" panose="020B0604020202020204"/>
              </a:defRPr>
            </a:lvl4pPr>
            <a:lvl5pPr>
              <a:buNone/>
              <a:defRPr sz="1500" b="0">
                <a:solidFill>
                  <a:srgbClr val="111111"/>
                </a:solidFill>
                <a:latin typeface="Arial" panose="020B0604020202020204"/>
                <a:ea typeface="Arial" panose="020B0604020202020204"/>
                <a:cs typeface="Arial" panose="020B0604020202020204"/>
              </a:defRPr>
            </a:lvl5pPr>
            <a:lvl6pPr>
              <a:buNone/>
              <a:defRPr sz="1500" b="0">
                <a:solidFill>
                  <a:srgbClr val="111111"/>
                </a:solidFill>
                <a:latin typeface="Arial" panose="020B0604020202020204"/>
                <a:ea typeface="Arial" panose="020B0604020202020204"/>
                <a:cs typeface="Arial" panose="020B0604020202020204"/>
              </a:defRPr>
            </a:lvl6pPr>
            <a:lvl7pPr>
              <a:buNone/>
              <a:defRPr sz="1500" b="0">
                <a:solidFill>
                  <a:srgbClr val="111111"/>
                </a:solidFill>
                <a:latin typeface="Arial" panose="020B0604020202020204"/>
                <a:ea typeface="Arial" panose="020B0604020202020204"/>
                <a:cs typeface="Arial" panose="020B0604020202020204"/>
              </a:defRPr>
            </a:lvl7pPr>
            <a:lvl8pPr>
              <a:buNone/>
              <a:defRPr sz="1500" b="0">
                <a:solidFill>
                  <a:srgbClr val="111111"/>
                </a:solidFill>
                <a:latin typeface="Arial" panose="020B0604020202020204"/>
                <a:ea typeface="Arial" panose="020B0604020202020204"/>
                <a:cs typeface="Arial" panose="020B0604020202020204"/>
              </a:defRPr>
            </a:lvl8pPr>
            <a:lvl9pPr>
              <a:buNone/>
              <a:defRPr sz="1500" b="0">
                <a:solidFill>
                  <a:srgbClr val="111111"/>
                </a:solidFill>
                <a:latin typeface="Arial" panose="020B0604020202020204"/>
                <a:ea typeface="Arial" panose="020B0604020202020204"/>
                <a:cs typeface="Arial" panose="020B0604020202020204"/>
              </a:defRPr>
            </a:lvl9pPr>
          </a:lstStyle>
          <a:p>
            <a:pPr>
              <a:buNone/>
              <a:defRPr sz="1500" b="0">
                <a:solidFill>
                  <a:srgbClr val="111111"/>
                </a:solidFill>
                <a:latin typeface="Arial" panose="020B0604020202020204"/>
                <a:ea typeface="Arial" panose="020B0604020202020204"/>
                <a:cs typeface="Arial" panose="020B0604020202020204"/>
              </a:defRPr>
            </a:pPr>
            <a:r>
              <a:rPr sz="1500" b="0">
                <a:solidFill>
                  <a:srgbClr val="111111"/>
                </a:solidFill>
                <a:latin typeface="Arial" panose="020B0604020202020204"/>
                <a:ea typeface="Arial" panose="020B0604020202020204"/>
                <a:cs typeface="Arial" panose="020B0604020202020204"/>
              </a:rPr>
              <a:t>Di chuyển nhẹ không tính; lắc rõ thì tung xúc xắc.</a:t>
            </a:r>
            <a:endParaRPr sz="1500" b="0">
              <a:solidFill>
                <a:srgbClr val="111111"/>
              </a:solidFill>
              <a:latin typeface="Arial" panose="020B0604020202020204"/>
              <a:ea typeface="Arial" panose="020B0604020202020204"/>
              <a:cs typeface="Arial" panose="020B0604020202020204"/>
            </a:endParaRPr>
          </a:p>
        </p:txBody>
      </p:sp>
      <p:sp>
        <p:nvSpPr>
          <p:cNvPr id="31" name="Rectangle 30"/>
          <p:cNvSpPr>
            <a:spLocks noGrp="1"/>
          </p:cNvSpPr>
          <p:nvPr/>
        </p:nvSpPr>
        <p:spPr>
          <a:xfrm>
            <a:off x="523875" y="4048125"/>
            <a:ext cx="11096625" cy="9525"/>
          </a:xfrm>
          <a:prstGeom prst="rect">
            <a:avLst/>
          </a:prstGeom>
          <a:solidFill>
            <a:srgbClr val="C9C9C9"/>
          </a:solidFill>
          <a:ln w="0">
            <a:noFill/>
            <a:prstDash val="solid"/>
          </a:ln>
        </p:spPr>
      </p:sp>
      <p:sp>
        <p:nvSpPr>
          <p:cNvPr id="32" name="Rectangle 31"/>
          <p:cNvSpPr>
            <a:spLocks noGrp="1"/>
          </p:cNvSpPr>
          <p:nvPr/>
        </p:nvSpPr>
        <p:spPr>
          <a:xfrm>
            <a:off x="619125" y="4286250"/>
            <a:ext cx="2857500" cy="714375"/>
          </a:xfrm>
          <a:prstGeom prst="rect">
            <a:avLst/>
          </a:prstGeom>
          <a:noFill/>
          <a:ln w="0">
            <a:noFill/>
            <a:prstDash val="solid"/>
          </a:ln>
        </p:spPr>
        <p:txBody>
          <a:bodyPr/>
          <a:lstStyle>
            <a:defPPr>
              <a:defRPr sz="1650" b="1">
                <a:solidFill>
                  <a:srgbClr val="111111"/>
                </a:solidFill>
                <a:latin typeface="Arial" panose="020B0604020202020204"/>
                <a:ea typeface="Arial" panose="020B0604020202020204"/>
                <a:cs typeface="Arial" panose="020B0604020202020204"/>
              </a:defRPr>
            </a:defPPr>
            <a:lvl1pPr>
              <a:buNone/>
              <a:defRPr sz="1650" b="1">
                <a:solidFill>
                  <a:srgbClr val="111111"/>
                </a:solidFill>
                <a:latin typeface="Arial" panose="020B0604020202020204"/>
                <a:ea typeface="Arial" panose="020B0604020202020204"/>
                <a:cs typeface="Arial" panose="020B0604020202020204"/>
              </a:defRPr>
            </a:lvl1pPr>
            <a:lvl2pPr>
              <a:buNone/>
              <a:defRPr sz="1650" b="1">
                <a:solidFill>
                  <a:srgbClr val="111111"/>
                </a:solidFill>
                <a:latin typeface="Arial" panose="020B0604020202020204"/>
                <a:ea typeface="Arial" panose="020B0604020202020204"/>
                <a:cs typeface="Arial" panose="020B0604020202020204"/>
              </a:defRPr>
            </a:lvl2pPr>
            <a:lvl3pPr>
              <a:buNone/>
              <a:defRPr sz="1650" b="1">
                <a:solidFill>
                  <a:srgbClr val="111111"/>
                </a:solidFill>
                <a:latin typeface="Arial" panose="020B0604020202020204"/>
                <a:ea typeface="Arial" panose="020B0604020202020204"/>
                <a:cs typeface="Arial" panose="020B0604020202020204"/>
              </a:defRPr>
            </a:lvl3pPr>
            <a:lvl4pPr>
              <a:buNone/>
              <a:defRPr sz="1650" b="1">
                <a:solidFill>
                  <a:srgbClr val="111111"/>
                </a:solidFill>
                <a:latin typeface="Arial" panose="020B0604020202020204"/>
                <a:ea typeface="Arial" panose="020B0604020202020204"/>
                <a:cs typeface="Arial" panose="020B0604020202020204"/>
              </a:defRPr>
            </a:lvl4pPr>
            <a:lvl5pPr>
              <a:buNone/>
              <a:defRPr sz="1650" b="1">
                <a:solidFill>
                  <a:srgbClr val="111111"/>
                </a:solidFill>
                <a:latin typeface="Arial" panose="020B0604020202020204"/>
                <a:ea typeface="Arial" panose="020B0604020202020204"/>
                <a:cs typeface="Arial" panose="020B0604020202020204"/>
              </a:defRPr>
            </a:lvl5pPr>
            <a:lvl6pPr>
              <a:buNone/>
              <a:defRPr sz="1650" b="1">
                <a:solidFill>
                  <a:srgbClr val="111111"/>
                </a:solidFill>
                <a:latin typeface="Arial" panose="020B0604020202020204"/>
                <a:ea typeface="Arial" panose="020B0604020202020204"/>
                <a:cs typeface="Arial" panose="020B0604020202020204"/>
              </a:defRPr>
            </a:lvl6pPr>
            <a:lvl7pPr>
              <a:buNone/>
              <a:defRPr sz="1650" b="1">
                <a:solidFill>
                  <a:srgbClr val="111111"/>
                </a:solidFill>
                <a:latin typeface="Arial" panose="020B0604020202020204"/>
                <a:ea typeface="Arial" panose="020B0604020202020204"/>
                <a:cs typeface="Arial" panose="020B0604020202020204"/>
              </a:defRPr>
            </a:lvl7pPr>
            <a:lvl8pPr>
              <a:buNone/>
              <a:defRPr sz="1650" b="1">
                <a:solidFill>
                  <a:srgbClr val="111111"/>
                </a:solidFill>
                <a:latin typeface="Arial" panose="020B0604020202020204"/>
                <a:ea typeface="Arial" panose="020B0604020202020204"/>
                <a:cs typeface="Arial" panose="020B0604020202020204"/>
              </a:defRPr>
            </a:lvl8pPr>
            <a:lvl9pPr>
              <a:buNone/>
              <a:defRPr sz="1650" b="1">
                <a:solidFill>
                  <a:srgbClr val="111111"/>
                </a:solidFill>
                <a:latin typeface="Arial" panose="020B0604020202020204"/>
                <a:ea typeface="Arial" panose="020B0604020202020204"/>
                <a:cs typeface="Arial" panose="020B0604020202020204"/>
              </a:defRPr>
            </a:lvl9pPr>
          </a:lstStyle>
          <a:p>
            <a:pPr>
              <a:buNone/>
              <a:defRPr sz="1650" b="1">
                <a:solidFill>
                  <a:srgbClr val="111111"/>
                </a:solidFill>
                <a:latin typeface="Arial" panose="020B0604020202020204"/>
                <a:ea typeface="Arial" panose="020B0604020202020204"/>
                <a:cs typeface="Arial" panose="020B0604020202020204"/>
              </a:defRPr>
            </a:pPr>
            <a:r>
              <a:rPr sz="1650" b="1">
                <a:solidFill>
                  <a:srgbClr val="111111"/>
                </a:solidFill>
                <a:latin typeface="Arial" panose="020B0604020202020204"/>
                <a:ea typeface="Arial" panose="020B0604020202020204"/>
                <a:cs typeface="Arial" panose="020B0604020202020204"/>
              </a:rPr>
              <a:t>3  Bắn vịt</a:t>
            </a:r>
            <a:endParaRPr sz="1650" b="1">
              <a:solidFill>
                <a:srgbClr val="111111"/>
              </a:solidFill>
              <a:latin typeface="Arial" panose="020B0604020202020204"/>
              <a:ea typeface="Arial" panose="020B0604020202020204"/>
              <a:cs typeface="Arial" panose="020B0604020202020204"/>
            </a:endParaRPr>
          </a:p>
        </p:txBody>
      </p:sp>
      <p:sp>
        <p:nvSpPr>
          <p:cNvPr id="33" name="Rectangle 32"/>
          <p:cNvSpPr>
            <a:spLocks noGrp="1"/>
          </p:cNvSpPr>
          <p:nvPr/>
        </p:nvSpPr>
        <p:spPr>
          <a:xfrm>
            <a:off x="3619500" y="4286250"/>
            <a:ext cx="3286125" cy="714375"/>
          </a:xfrm>
          <a:prstGeom prst="rect">
            <a:avLst/>
          </a:prstGeom>
          <a:noFill/>
          <a:ln w="0">
            <a:noFill/>
            <a:prstDash val="solid"/>
          </a:ln>
        </p:spPr>
        <p:txBody>
          <a:bodyPr/>
          <a:lstStyle>
            <a:defPPr>
              <a:defRPr sz="1500" b="0">
                <a:solidFill>
                  <a:srgbClr val="4D4D4D"/>
                </a:solidFill>
                <a:latin typeface="Arial" panose="020B0604020202020204"/>
                <a:ea typeface="Arial" panose="020B0604020202020204"/>
                <a:cs typeface="Arial" panose="020B0604020202020204"/>
              </a:defRPr>
            </a:defPPr>
            <a:lvl1pPr>
              <a:buNone/>
              <a:defRPr sz="1500" b="0">
                <a:solidFill>
                  <a:srgbClr val="4D4D4D"/>
                </a:solidFill>
                <a:latin typeface="Arial" panose="020B0604020202020204"/>
                <a:ea typeface="Arial" panose="020B0604020202020204"/>
                <a:cs typeface="Arial" panose="020B0604020202020204"/>
              </a:defRPr>
            </a:lvl1pPr>
            <a:lvl2pPr>
              <a:buNone/>
              <a:defRPr sz="1500" b="0">
                <a:solidFill>
                  <a:srgbClr val="4D4D4D"/>
                </a:solidFill>
                <a:latin typeface="Arial" panose="020B0604020202020204"/>
                <a:ea typeface="Arial" panose="020B0604020202020204"/>
                <a:cs typeface="Arial" panose="020B0604020202020204"/>
              </a:defRPr>
            </a:lvl2pPr>
            <a:lvl3pPr>
              <a:buNone/>
              <a:defRPr sz="1500" b="0">
                <a:solidFill>
                  <a:srgbClr val="4D4D4D"/>
                </a:solidFill>
                <a:latin typeface="Arial" panose="020B0604020202020204"/>
                <a:ea typeface="Arial" panose="020B0604020202020204"/>
                <a:cs typeface="Arial" panose="020B0604020202020204"/>
              </a:defRPr>
            </a:lvl3pPr>
            <a:lvl4pPr>
              <a:buNone/>
              <a:defRPr sz="1500" b="0">
                <a:solidFill>
                  <a:srgbClr val="4D4D4D"/>
                </a:solidFill>
                <a:latin typeface="Arial" panose="020B0604020202020204"/>
                <a:ea typeface="Arial" panose="020B0604020202020204"/>
                <a:cs typeface="Arial" panose="020B0604020202020204"/>
              </a:defRPr>
            </a:lvl4pPr>
            <a:lvl5pPr>
              <a:buNone/>
              <a:defRPr sz="1500" b="0">
                <a:solidFill>
                  <a:srgbClr val="4D4D4D"/>
                </a:solidFill>
                <a:latin typeface="Arial" panose="020B0604020202020204"/>
                <a:ea typeface="Arial" panose="020B0604020202020204"/>
                <a:cs typeface="Arial" panose="020B0604020202020204"/>
              </a:defRPr>
            </a:lvl5pPr>
            <a:lvl6pPr>
              <a:buNone/>
              <a:defRPr sz="1500" b="0">
                <a:solidFill>
                  <a:srgbClr val="4D4D4D"/>
                </a:solidFill>
                <a:latin typeface="Arial" panose="020B0604020202020204"/>
                <a:ea typeface="Arial" panose="020B0604020202020204"/>
                <a:cs typeface="Arial" panose="020B0604020202020204"/>
              </a:defRPr>
            </a:lvl6pPr>
            <a:lvl7pPr>
              <a:buNone/>
              <a:defRPr sz="1500" b="0">
                <a:solidFill>
                  <a:srgbClr val="4D4D4D"/>
                </a:solidFill>
                <a:latin typeface="Arial" panose="020B0604020202020204"/>
                <a:ea typeface="Arial" panose="020B0604020202020204"/>
                <a:cs typeface="Arial" panose="020B0604020202020204"/>
              </a:defRPr>
            </a:lvl7pPr>
            <a:lvl8pPr>
              <a:buNone/>
              <a:defRPr sz="1500" b="0">
                <a:solidFill>
                  <a:srgbClr val="4D4D4D"/>
                </a:solidFill>
                <a:latin typeface="Arial" panose="020B0604020202020204"/>
                <a:ea typeface="Arial" panose="020B0604020202020204"/>
                <a:cs typeface="Arial" panose="020B0604020202020204"/>
              </a:defRPr>
            </a:lvl8pPr>
            <a:lvl9pPr>
              <a:buNone/>
              <a:defRPr sz="1500" b="0">
                <a:solidFill>
                  <a:srgbClr val="4D4D4D"/>
                </a:solidFill>
                <a:latin typeface="Arial" panose="020B0604020202020204"/>
                <a:ea typeface="Arial" panose="020B0604020202020204"/>
                <a:cs typeface="Arial" panose="020B0604020202020204"/>
              </a:defRPr>
            </a:lvl9pPr>
          </a:lstStyle>
          <a:p>
            <a:pPr>
              <a:buNone/>
              <a:defRPr sz="1500" b="0">
                <a:solidFill>
                  <a:srgbClr val="4D4D4D"/>
                </a:solidFill>
                <a:latin typeface="Arial" panose="020B0604020202020204"/>
                <a:ea typeface="Arial" panose="020B0604020202020204"/>
                <a:cs typeface="Arial" panose="020B0604020202020204"/>
              </a:defRPr>
            </a:pPr>
            <a:r>
              <a:rPr sz="1500" b="0">
                <a:solidFill>
                  <a:srgbClr val="4D4D4D"/>
                </a:solidFill>
                <a:latin typeface="Arial" panose="020B0604020202020204"/>
                <a:ea typeface="Arial" panose="020B0604020202020204"/>
                <a:cs typeface="Arial" panose="020B0604020202020204"/>
              </a:rPr>
              <a:t>Gyroscope</a:t>
            </a:r>
            <a:endParaRPr sz="1500" b="0">
              <a:solidFill>
                <a:srgbClr val="4D4D4D"/>
              </a:solidFill>
              <a:latin typeface="Arial" panose="020B0604020202020204"/>
              <a:ea typeface="Arial" panose="020B0604020202020204"/>
              <a:cs typeface="Arial" panose="020B0604020202020204"/>
            </a:endParaRPr>
          </a:p>
        </p:txBody>
      </p:sp>
      <p:sp>
        <p:nvSpPr>
          <p:cNvPr id="34" name="Rectangle 33"/>
          <p:cNvSpPr>
            <a:spLocks noGrp="1"/>
          </p:cNvSpPr>
          <p:nvPr/>
        </p:nvSpPr>
        <p:spPr>
          <a:xfrm>
            <a:off x="7286625" y="4286250"/>
            <a:ext cx="4048125" cy="762000"/>
          </a:xfrm>
          <a:prstGeom prst="rect">
            <a:avLst/>
          </a:prstGeom>
          <a:noFill/>
          <a:ln w="0">
            <a:noFill/>
            <a:prstDash val="solid"/>
          </a:ln>
        </p:spPr>
        <p:txBody>
          <a:bodyPr/>
          <a:lstStyle>
            <a:defPPr>
              <a:defRPr sz="1500" b="0">
                <a:solidFill>
                  <a:srgbClr val="111111"/>
                </a:solidFill>
                <a:latin typeface="Arial" panose="020B0604020202020204"/>
                <a:ea typeface="Arial" panose="020B0604020202020204"/>
                <a:cs typeface="Arial" panose="020B0604020202020204"/>
              </a:defRPr>
            </a:defPPr>
            <a:lvl1pPr>
              <a:buNone/>
              <a:defRPr sz="1500" b="0">
                <a:solidFill>
                  <a:srgbClr val="111111"/>
                </a:solidFill>
                <a:latin typeface="Arial" panose="020B0604020202020204"/>
                <a:ea typeface="Arial" panose="020B0604020202020204"/>
                <a:cs typeface="Arial" panose="020B0604020202020204"/>
              </a:defRPr>
            </a:lvl1pPr>
            <a:lvl2pPr>
              <a:buNone/>
              <a:defRPr sz="1500" b="0">
                <a:solidFill>
                  <a:srgbClr val="111111"/>
                </a:solidFill>
                <a:latin typeface="Arial" panose="020B0604020202020204"/>
                <a:ea typeface="Arial" panose="020B0604020202020204"/>
                <a:cs typeface="Arial" panose="020B0604020202020204"/>
              </a:defRPr>
            </a:lvl2pPr>
            <a:lvl3pPr>
              <a:buNone/>
              <a:defRPr sz="1500" b="0">
                <a:solidFill>
                  <a:srgbClr val="111111"/>
                </a:solidFill>
                <a:latin typeface="Arial" panose="020B0604020202020204"/>
                <a:ea typeface="Arial" panose="020B0604020202020204"/>
                <a:cs typeface="Arial" panose="020B0604020202020204"/>
              </a:defRPr>
            </a:lvl3pPr>
            <a:lvl4pPr>
              <a:buNone/>
              <a:defRPr sz="1500" b="0">
                <a:solidFill>
                  <a:srgbClr val="111111"/>
                </a:solidFill>
                <a:latin typeface="Arial" panose="020B0604020202020204"/>
                <a:ea typeface="Arial" panose="020B0604020202020204"/>
                <a:cs typeface="Arial" panose="020B0604020202020204"/>
              </a:defRPr>
            </a:lvl4pPr>
            <a:lvl5pPr>
              <a:buNone/>
              <a:defRPr sz="1500" b="0">
                <a:solidFill>
                  <a:srgbClr val="111111"/>
                </a:solidFill>
                <a:latin typeface="Arial" panose="020B0604020202020204"/>
                <a:ea typeface="Arial" panose="020B0604020202020204"/>
                <a:cs typeface="Arial" panose="020B0604020202020204"/>
              </a:defRPr>
            </a:lvl5pPr>
            <a:lvl6pPr>
              <a:buNone/>
              <a:defRPr sz="1500" b="0">
                <a:solidFill>
                  <a:srgbClr val="111111"/>
                </a:solidFill>
                <a:latin typeface="Arial" panose="020B0604020202020204"/>
                <a:ea typeface="Arial" panose="020B0604020202020204"/>
                <a:cs typeface="Arial" panose="020B0604020202020204"/>
              </a:defRPr>
            </a:lvl6pPr>
            <a:lvl7pPr>
              <a:buNone/>
              <a:defRPr sz="1500" b="0">
                <a:solidFill>
                  <a:srgbClr val="111111"/>
                </a:solidFill>
                <a:latin typeface="Arial" panose="020B0604020202020204"/>
                <a:ea typeface="Arial" panose="020B0604020202020204"/>
                <a:cs typeface="Arial" panose="020B0604020202020204"/>
              </a:defRPr>
            </a:lvl7pPr>
            <a:lvl8pPr>
              <a:buNone/>
              <a:defRPr sz="1500" b="0">
                <a:solidFill>
                  <a:srgbClr val="111111"/>
                </a:solidFill>
                <a:latin typeface="Arial" panose="020B0604020202020204"/>
                <a:ea typeface="Arial" panose="020B0604020202020204"/>
                <a:cs typeface="Arial" panose="020B0604020202020204"/>
              </a:defRPr>
            </a:lvl8pPr>
            <a:lvl9pPr>
              <a:buNone/>
              <a:defRPr sz="1500" b="0">
                <a:solidFill>
                  <a:srgbClr val="111111"/>
                </a:solidFill>
                <a:latin typeface="Arial" panose="020B0604020202020204"/>
                <a:ea typeface="Arial" panose="020B0604020202020204"/>
                <a:cs typeface="Arial" panose="020B0604020202020204"/>
              </a:defRPr>
            </a:lvl9pPr>
          </a:lstStyle>
          <a:p>
            <a:pPr>
              <a:buNone/>
              <a:defRPr sz="1500" b="0">
                <a:solidFill>
                  <a:srgbClr val="111111"/>
                </a:solidFill>
                <a:latin typeface="Arial" panose="020B0604020202020204"/>
                <a:ea typeface="Arial" panose="020B0604020202020204"/>
                <a:cs typeface="Arial" panose="020B0604020202020204"/>
              </a:defRPr>
            </a:pPr>
            <a:r>
              <a:rPr sz="1500" b="0">
                <a:solidFill>
                  <a:srgbClr val="111111"/>
                </a:solidFill>
                <a:latin typeface="Arial" panose="020B0604020202020204"/>
                <a:ea typeface="Arial" panose="020B0604020202020204"/>
                <a:cs typeface="Arial" panose="020B0604020202020204"/>
              </a:rPr>
              <a:t>Xoay máy để ngắm; bấm BẮN và quan sát điểm.</a:t>
            </a:r>
            <a:endParaRPr sz="1500" b="0">
              <a:solidFill>
                <a:srgbClr val="111111"/>
              </a:solidFill>
              <a:latin typeface="Arial" panose="020B0604020202020204"/>
              <a:ea typeface="Arial" panose="020B0604020202020204"/>
              <a:cs typeface="Arial" panose="020B0604020202020204"/>
            </a:endParaRPr>
          </a:p>
        </p:txBody>
      </p:sp>
      <p:sp>
        <p:nvSpPr>
          <p:cNvPr id="35" name="Rectangle 34"/>
          <p:cNvSpPr>
            <a:spLocks noGrp="1"/>
          </p:cNvSpPr>
          <p:nvPr/>
        </p:nvSpPr>
        <p:spPr>
          <a:xfrm>
            <a:off x="590550" y="5953125"/>
            <a:ext cx="10953750" cy="523875"/>
          </a:xfrm>
          <a:prstGeom prst="rect">
            <a:avLst/>
          </a:prstGeom>
          <a:noFill/>
          <a:ln w="0">
            <a:noFill/>
            <a:prstDash val="solid"/>
          </a:ln>
        </p:spPr>
        <p:txBody>
          <a:bodyPr/>
          <a:lstStyle>
            <a:defPPr>
              <a:defRPr sz="1350" b="0">
                <a:solidFill>
                  <a:srgbClr val="4D4D4D"/>
                </a:solidFill>
                <a:latin typeface="Arial" panose="020B0604020202020204"/>
                <a:ea typeface="Arial" panose="020B0604020202020204"/>
                <a:cs typeface="Arial" panose="020B0604020202020204"/>
              </a:defRPr>
            </a:defPPr>
            <a:lvl1pPr>
              <a:buNone/>
              <a:defRPr sz="1350" b="0">
                <a:solidFill>
                  <a:srgbClr val="4D4D4D"/>
                </a:solidFill>
                <a:latin typeface="Arial" panose="020B0604020202020204"/>
                <a:ea typeface="Arial" panose="020B0604020202020204"/>
                <a:cs typeface="Arial" panose="020B0604020202020204"/>
              </a:defRPr>
            </a:lvl1pPr>
            <a:lvl2pPr>
              <a:buNone/>
              <a:defRPr sz="1350" b="0">
                <a:solidFill>
                  <a:srgbClr val="4D4D4D"/>
                </a:solidFill>
                <a:latin typeface="Arial" panose="020B0604020202020204"/>
                <a:ea typeface="Arial" panose="020B0604020202020204"/>
                <a:cs typeface="Arial" panose="020B0604020202020204"/>
              </a:defRPr>
            </a:lvl2pPr>
            <a:lvl3pPr>
              <a:buNone/>
              <a:defRPr sz="1350" b="0">
                <a:solidFill>
                  <a:srgbClr val="4D4D4D"/>
                </a:solidFill>
                <a:latin typeface="Arial" panose="020B0604020202020204"/>
                <a:ea typeface="Arial" panose="020B0604020202020204"/>
                <a:cs typeface="Arial" panose="020B0604020202020204"/>
              </a:defRPr>
            </a:lvl3pPr>
            <a:lvl4pPr>
              <a:buNone/>
              <a:defRPr sz="1350" b="0">
                <a:solidFill>
                  <a:srgbClr val="4D4D4D"/>
                </a:solidFill>
                <a:latin typeface="Arial" panose="020B0604020202020204"/>
                <a:ea typeface="Arial" panose="020B0604020202020204"/>
                <a:cs typeface="Arial" panose="020B0604020202020204"/>
              </a:defRPr>
            </a:lvl4pPr>
            <a:lvl5pPr>
              <a:buNone/>
              <a:defRPr sz="1350" b="0">
                <a:solidFill>
                  <a:srgbClr val="4D4D4D"/>
                </a:solidFill>
                <a:latin typeface="Arial" panose="020B0604020202020204"/>
                <a:ea typeface="Arial" panose="020B0604020202020204"/>
                <a:cs typeface="Arial" panose="020B0604020202020204"/>
              </a:defRPr>
            </a:lvl5pPr>
            <a:lvl6pPr>
              <a:buNone/>
              <a:defRPr sz="1350" b="0">
                <a:solidFill>
                  <a:srgbClr val="4D4D4D"/>
                </a:solidFill>
                <a:latin typeface="Arial" panose="020B0604020202020204"/>
                <a:ea typeface="Arial" panose="020B0604020202020204"/>
                <a:cs typeface="Arial" panose="020B0604020202020204"/>
              </a:defRPr>
            </a:lvl6pPr>
            <a:lvl7pPr>
              <a:buNone/>
              <a:defRPr sz="1350" b="0">
                <a:solidFill>
                  <a:srgbClr val="4D4D4D"/>
                </a:solidFill>
                <a:latin typeface="Arial" panose="020B0604020202020204"/>
                <a:ea typeface="Arial" panose="020B0604020202020204"/>
                <a:cs typeface="Arial" panose="020B0604020202020204"/>
              </a:defRPr>
            </a:lvl7pPr>
            <a:lvl8pPr>
              <a:buNone/>
              <a:defRPr sz="1350" b="0">
                <a:solidFill>
                  <a:srgbClr val="4D4D4D"/>
                </a:solidFill>
                <a:latin typeface="Arial" panose="020B0604020202020204"/>
                <a:ea typeface="Arial" panose="020B0604020202020204"/>
                <a:cs typeface="Arial" panose="020B0604020202020204"/>
              </a:defRPr>
            </a:lvl8pPr>
            <a:lvl9pPr>
              <a:buNone/>
              <a:defRPr sz="1350" b="0">
                <a:solidFill>
                  <a:srgbClr val="4D4D4D"/>
                </a:solidFill>
                <a:latin typeface="Arial" panose="020B0604020202020204"/>
                <a:ea typeface="Arial" panose="020B0604020202020204"/>
                <a:cs typeface="Arial" panose="020B0604020202020204"/>
              </a:defRPr>
            </a:lvl9pPr>
          </a:lstStyle>
          <a:p>
            <a:pPr>
              <a:buNone/>
              <a:defRPr sz="1350" b="0">
                <a:solidFill>
                  <a:srgbClr val="4D4D4D"/>
                </a:solidFill>
                <a:latin typeface="Arial" panose="020B0604020202020204"/>
                <a:ea typeface="Arial" panose="020B0604020202020204"/>
                <a:cs typeface="Arial" panose="020B0604020202020204"/>
              </a:defRPr>
            </a:pPr>
            <a:r>
              <a:rPr sz="1350" b="0">
                <a:solidFill>
                  <a:srgbClr val="4D4D4D"/>
                </a:solidFill>
                <a:latin typeface="Arial" panose="020B0604020202020204"/>
                <a:ea typeface="Arial" panose="020B0604020202020204"/>
                <a:cs typeface="Arial" panose="020B0604020202020204"/>
              </a:rPr>
              <a:t>Chuẩn bị: dùng điện thoại thật có gia tốc kế và gyroscope; thử cảm biến trước giờ trình bày.</a:t>
            </a:r>
            <a:endParaRPr sz="1350" b="0">
              <a:solidFill>
                <a:srgbClr val="4D4D4D"/>
              </a:solidFill>
              <a:latin typeface="Arial" panose="020B0604020202020204"/>
              <a:ea typeface="Arial" panose="020B0604020202020204"/>
              <a:cs typeface="Arial" panose="020B0604020202020204"/>
            </a:endParaRP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4836</Words>
  <Application>WPS Presentation</Application>
  <PresentationFormat>Converted Presentation</PresentationFormat>
  <Paragraphs>293</Paragraphs>
  <Slides>11</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11</vt:i4>
      </vt:variant>
    </vt:vector>
  </HeadingPairs>
  <TitlesOfParts>
    <vt:vector size="20" baseType="lpstr">
      <vt:lpstr>Arial</vt:lpstr>
      <vt:lpstr>SimSun</vt:lpstr>
      <vt:lpstr>Wingdings</vt:lpstr>
      <vt:lpstr>Arial</vt:lpstr>
      <vt:lpstr>Microsoft YaHei</vt:lpstr>
      <vt:lpstr>Arial Unicode MS</vt:lpstr>
      <vt:lpstr>Aptos</vt:lpstr>
      <vt:lpstr>Segoe UI</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kieuh</cp:lastModifiedBy>
  <cp:revision>1</cp:revision>
  <dcterms:created xsi:type="dcterms:W3CDTF">2026-10-21T02:07:07Z</dcterms:created>
  <dcterms:modified xsi:type="dcterms:W3CDTF">2026-10-21T02:07:08Z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1033-12.1.0.29162</vt:lpwstr>
  </property>
  <property fmtid="{D5CDD505-2E9C-101B-9397-08002B2CF9AE}" pid="3" name="ICV">
    <vt:lpwstr>6BD02C79CEB840F89A4158889C022E93_12</vt:lpwstr>
  </property>
</Properties>
</file>